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E7F6EEF-9460-37D1-607D-F89EF65ED3A4}">
          <p14:sldIdLst>
            <p14:sldId id="256"/>
          </p14:sldIdLst>
        </p14:section>
        <p14:section name="Problema" id="{6939839C-072F-4DB1-70D4-9775DD2206A0}">
          <p14:sldIdLst>
            <p14:sldId id="262"/>
            <p14:sldId id="257"/>
          </p14:sldIdLst>
        </p14:section>
        <p14:section name="Solução" id="{4A40601A-4136-4D21-A022-9CE956478F65}">
          <p14:sldIdLst>
            <p14:sldId id="258"/>
          </p14:sldIdLst>
        </p14:section>
        <p14:section name="Âmbito" id="{7D5947F7-F268-C258-EEFA-863D2EAA0020}">
          <p14:sldIdLst>
            <p14:sldId id="259"/>
          </p14:sldIdLst>
        </p14:section>
        <p14:section name="Equipa" id="{B4CE1E00-9BED-24C7-9337-FEAC3356A4BB}">
          <p14:sldIdLst>
            <p14:sldId id="260"/>
          </p14:sldIdLst>
        </p14:section>
        <p14:section name="Fecho" id="{E7423929-DCD8-2EAE-5855-FCDDF8C10860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C5B"/>
    <a:srgbClr val="EEF2F8"/>
    <a:srgbClr val="102D5C"/>
    <a:srgbClr val="14213D"/>
    <a:srgbClr val="225ECC"/>
    <a:srgbClr val="005395"/>
    <a:srgbClr val="2073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EB49F6-0605-D884-75D7-BA9A3FED6616}" v="36" dt="2026-10-05T13:00:28.269"/>
    <p1510:client id="{AE8F5DCB-0530-29EB-A38C-2B4B987AA8D6}" v="157" dt="2026-10-05T14:05:22.043"/>
    <p1510:client id="{FAC0DFEC-A5B4-4D0C-986F-EF892B74A93C}" v="3093" dt="2026-10-05T14:07:13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Eugénio Lopes dos Santos" userId="S::250000815@esg.ipsantarem.pt::a4618f39-194f-414f-a344-88f377d7aedf" providerId="AD" clId="Web-{AE8F5DCB-0530-29EB-A38C-2B4B987AA8D6}"/>
    <pc:docChg chg="modSld sldOrd">
      <pc:chgData name="Lucas Eugénio Lopes dos Santos" userId="S::250000815@esg.ipsantarem.pt::a4618f39-194f-414f-a344-88f377d7aedf" providerId="AD" clId="Web-{AE8F5DCB-0530-29EB-A38C-2B4B987AA8D6}" dt="2026-10-05T14:05:19.887" v="162"/>
      <pc:docMkLst>
        <pc:docMk/>
      </pc:docMkLst>
      <pc:sldChg chg="modSp">
        <pc:chgData name="Lucas Eugénio Lopes dos Santos" userId="S::250000815@esg.ipsantarem.pt::a4618f39-194f-414f-a344-88f377d7aedf" providerId="AD" clId="Web-{AE8F5DCB-0530-29EB-A38C-2B4B987AA8D6}" dt="2026-10-05T14:04:53.214" v="161" actId="1076"/>
        <pc:sldMkLst>
          <pc:docMk/>
          <pc:sldMk cId="0" sldId="256"/>
        </pc:sldMkLst>
        <pc:spChg chg="mod">
          <ac:chgData name="Lucas Eugénio Lopes dos Santos" userId="S::250000815@esg.ipsantarem.pt::a4618f39-194f-414f-a344-88f377d7aedf" providerId="AD" clId="Web-{AE8F5DCB-0530-29EB-A38C-2B4B987AA8D6}" dt="2026-10-05T14:04:53.214" v="161" actId="1076"/>
          <ac:spMkLst>
            <pc:docMk/>
            <pc:sldMk cId="0" sldId="256"/>
            <ac:spMk id="5" creationId="{00000000-0000-0000-0000-000000000000}"/>
          </ac:spMkLst>
        </pc:spChg>
        <pc:picChg chg="mod">
          <ac:chgData name="Lucas Eugénio Lopes dos Santos" userId="S::250000815@esg.ipsantarem.pt::a4618f39-194f-414f-a344-88f377d7aedf" providerId="AD" clId="Web-{AE8F5DCB-0530-29EB-A38C-2B4B987AA8D6}" dt="2026-10-05T14:04:51.136" v="160" actId="1076"/>
          <ac:picMkLst>
            <pc:docMk/>
            <pc:sldMk cId="0" sldId="256"/>
            <ac:picMk id="6" creationId="{00000000-0000-0000-0000-000000000000}"/>
          </ac:picMkLst>
        </pc:picChg>
        <pc:picChg chg="mod">
          <ac:chgData name="Lucas Eugénio Lopes dos Santos" userId="S::250000815@esg.ipsantarem.pt::a4618f39-194f-414f-a344-88f377d7aedf" providerId="AD" clId="Web-{AE8F5DCB-0530-29EB-A38C-2B4B987AA8D6}" dt="2026-10-05T14:04:38.948" v="159" actId="14100"/>
          <ac:picMkLst>
            <pc:docMk/>
            <pc:sldMk cId="0" sldId="256"/>
            <ac:picMk id="11" creationId="{E22B95F7-AB52-CE8E-0B08-195AADDE0202}"/>
          </ac:picMkLst>
        </pc:picChg>
      </pc:sldChg>
      <pc:sldChg chg="addSp delSp modSp">
        <pc:chgData name="Lucas Eugénio Lopes dos Santos" userId="S::250000815@esg.ipsantarem.pt::a4618f39-194f-414f-a344-88f377d7aedf" providerId="AD" clId="Web-{AE8F5DCB-0530-29EB-A38C-2B4B987AA8D6}" dt="2026-10-05T13:32:26.029" v="93"/>
        <pc:sldMkLst>
          <pc:docMk/>
          <pc:sldMk cId="0" sldId="257"/>
        </pc:sldMkLst>
        <pc:spChg chg="mod">
          <ac:chgData name="Lucas Eugénio Lopes dos Santos" userId="S::250000815@esg.ipsantarem.pt::a4618f39-194f-414f-a344-88f377d7aedf" providerId="AD" clId="Web-{AE8F5DCB-0530-29EB-A38C-2B4B987AA8D6}" dt="2026-10-05T13:32:23.294" v="89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7:08.126" v="62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6:37.312" v="55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6:33.687" v="54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6:29.499" v="53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7:10.923" v="63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6:56.454" v="60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6:48.188" v="58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26:45.078" v="57" actId="1076"/>
          <ac:spMkLst>
            <pc:docMk/>
            <pc:sldMk cId="0" sldId="257"/>
            <ac:spMk id="12" creationId="{00000000-0000-0000-0000-000000000000}"/>
          </ac:spMkLst>
        </pc:spChg>
        <pc:spChg chg="del">
          <ac:chgData name="Lucas Eugénio Lopes dos Santos" userId="S::250000815@esg.ipsantarem.pt::a4618f39-194f-414f-a344-88f377d7aedf" providerId="AD" clId="Web-{AE8F5DCB-0530-29EB-A38C-2B4B987AA8D6}" dt="2026-10-05T13:26:25.077" v="52"/>
          <ac:spMkLst>
            <pc:docMk/>
            <pc:sldMk cId="0" sldId="257"/>
            <ac:spMk id="13" creationId="{00000000-0000-0000-0000-000000000000}"/>
          </ac:spMkLst>
        </pc:spChg>
        <pc:spChg chg="del">
          <ac:chgData name="Lucas Eugénio Lopes dos Santos" userId="S::250000815@esg.ipsantarem.pt::a4618f39-194f-414f-a344-88f377d7aedf" providerId="AD" clId="Web-{AE8F5DCB-0530-29EB-A38C-2B4B987AA8D6}" dt="2026-10-05T13:26:24.984" v="51"/>
          <ac:spMkLst>
            <pc:docMk/>
            <pc:sldMk cId="0" sldId="257"/>
            <ac:spMk id="14" creationId="{00000000-0000-0000-0000-000000000000}"/>
          </ac:spMkLst>
        </pc:spChg>
        <pc:picChg chg="mod">
          <ac:chgData name="Lucas Eugénio Lopes dos Santos" userId="S::250000815@esg.ipsantarem.pt::a4618f39-194f-414f-a344-88f377d7aedf" providerId="AD" clId="Web-{AE8F5DCB-0530-29EB-A38C-2B4B987AA8D6}" dt="2026-10-05T13:26:40.765" v="56" actId="1076"/>
          <ac:picMkLst>
            <pc:docMk/>
            <pc:sldMk cId="0" sldId="257"/>
            <ac:picMk id="5" creationId="{00000000-0000-0000-0000-000000000000}"/>
          </ac:picMkLst>
        </pc:picChg>
        <pc:picChg chg="mod">
          <ac:chgData name="Lucas Eugénio Lopes dos Santos" userId="S::250000815@esg.ipsantarem.pt::a4618f39-194f-414f-a344-88f377d7aedf" providerId="AD" clId="Web-{AE8F5DCB-0530-29EB-A38C-2B4B987AA8D6}" dt="2026-10-05T13:26:53.313" v="59" actId="1076"/>
          <ac:picMkLst>
            <pc:docMk/>
            <pc:sldMk cId="0" sldId="257"/>
            <ac:picMk id="10" creationId="{00000000-0000-0000-0000-000000000000}"/>
          </ac:picMkLst>
        </pc:picChg>
        <pc:picChg chg="add del mod modCrop">
          <ac:chgData name="Lucas Eugénio Lopes dos Santos" userId="S::250000815@esg.ipsantarem.pt::a4618f39-194f-414f-a344-88f377d7aedf" providerId="AD" clId="Web-{AE8F5DCB-0530-29EB-A38C-2B4B987AA8D6}" dt="2026-10-05T13:32:26.029" v="93"/>
          <ac:picMkLst>
            <pc:docMk/>
            <pc:sldMk cId="0" sldId="257"/>
            <ac:picMk id="15" creationId="{E7E67BB8-A824-0322-3F14-DE3DFE9D829C}"/>
          </ac:picMkLst>
        </pc:picChg>
      </pc:sldChg>
      <pc:sldChg chg="modSp">
        <pc:chgData name="Lucas Eugénio Lopes dos Santos" userId="S::250000815@esg.ipsantarem.pt::a4618f39-194f-414f-a344-88f377d7aedf" providerId="AD" clId="Web-{AE8F5DCB-0530-29EB-A38C-2B4B987AA8D6}" dt="2026-10-05T13:53:54.813" v="158" actId="1076"/>
        <pc:sldMkLst>
          <pc:docMk/>
          <pc:sldMk cId="0" sldId="258"/>
        </pc:sldMkLst>
        <pc:spChg chg="mod">
          <ac:chgData name="Lucas Eugénio Lopes dos Santos" userId="S::250000815@esg.ipsantarem.pt::a4618f39-194f-414f-a344-88f377d7aedf" providerId="AD" clId="Web-{AE8F5DCB-0530-29EB-A38C-2B4B987AA8D6}" dt="2026-10-05T13:33:20.031" v="116" actId="20577"/>
          <ac:spMkLst>
            <pc:docMk/>
            <pc:sldMk cId="0" sldId="258"/>
            <ac:spMk id="30" creationId="{00000000-0000-0000-0000-000000000000}"/>
          </ac:spMkLst>
        </pc:spChg>
        <pc:picChg chg="mod">
          <ac:chgData name="Lucas Eugénio Lopes dos Santos" userId="S::250000815@esg.ipsantarem.pt::a4618f39-194f-414f-a344-88f377d7aedf" providerId="AD" clId="Web-{AE8F5DCB-0530-29EB-A38C-2B4B987AA8D6}" dt="2026-10-05T13:53:54.813" v="158" actId="1076"/>
          <ac:picMkLst>
            <pc:docMk/>
            <pc:sldMk cId="0" sldId="258"/>
            <ac:picMk id="36" creationId="{B570F6C1-36AE-8663-13A4-9BA8EAD89CB9}"/>
          </ac:picMkLst>
        </pc:picChg>
      </pc:sldChg>
      <pc:sldChg chg="addSp delSp modSp">
        <pc:chgData name="Lucas Eugénio Lopes dos Santos" userId="S::250000815@esg.ipsantarem.pt::a4618f39-194f-414f-a344-88f377d7aedf" providerId="AD" clId="Web-{AE8F5DCB-0530-29EB-A38C-2B4B987AA8D6}" dt="2026-10-05T13:32:53.686" v="113" actId="1076"/>
        <pc:sldMkLst>
          <pc:docMk/>
          <pc:sldMk cId="0" sldId="259"/>
        </pc:sldMkLst>
        <pc:spChg chg="mod">
          <ac:chgData name="Lucas Eugénio Lopes dos Santos" userId="S::250000815@esg.ipsantarem.pt::a4618f39-194f-414f-a344-88f377d7aedf" providerId="AD" clId="Web-{AE8F5DCB-0530-29EB-A38C-2B4B987AA8D6}" dt="2026-10-05T13:32:36.889" v="96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842" v="101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858" v="102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874" v="103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920" v="104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936" v="105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983" v="106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49.999" v="107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50.030" v="108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50.045" v="109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50.061" v="110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50.092" v="111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2:50.124" v="112" actId="1076"/>
          <ac:spMkLst>
            <pc:docMk/>
            <pc:sldMk cId="0" sldId="259"/>
            <ac:spMk id="14" creationId="{00000000-0000-0000-0000-000000000000}"/>
          </ac:spMkLst>
        </pc:spChg>
        <pc:spChg chg="del">
          <ac:chgData name="Lucas Eugénio Lopes dos Santos" userId="S::250000815@esg.ipsantarem.pt::a4618f39-194f-414f-a344-88f377d7aedf" providerId="AD" clId="Web-{AE8F5DCB-0530-29EB-A38C-2B4B987AA8D6}" dt="2026-10-05T13:28:09.816" v="69"/>
          <ac:spMkLst>
            <pc:docMk/>
            <pc:sldMk cId="0" sldId="259"/>
            <ac:spMk id="15" creationId="{00000000-0000-0000-0000-000000000000}"/>
          </ac:spMkLst>
        </pc:spChg>
        <pc:picChg chg="add del mod">
          <ac:chgData name="Lucas Eugénio Lopes dos Santos" userId="S::250000815@esg.ipsantarem.pt::a4618f39-194f-414f-a344-88f377d7aedf" providerId="AD" clId="Web-{AE8F5DCB-0530-29EB-A38C-2B4B987AA8D6}" dt="2026-10-05T13:18:45.091" v="29"/>
          <ac:picMkLst>
            <pc:docMk/>
            <pc:sldMk cId="0" sldId="259"/>
            <ac:picMk id="16" creationId="{46F21D56-7E5C-717D-AF67-27EEF7FE4FA5}"/>
          </ac:picMkLst>
        </pc:picChg>
        <pc:picChg chg="add mod modCrop">
          <ac:chgData name="Lucas Eugénio Lopes dos Santos" userId="S::250000815@esg.ipsantarem.pt::a4618f39-194f-414f-a344-88f377d7aedf" providerId="AD" clId="Web-{AE8F5DCB-0530-29EB-A38C-2B4B987AA8D6}" dt="2026-10-05T13:32:53.686" v="113" actId="1076"/>
          <ac:picMkLst>
            <pc:docMk/>
            <pc:sldMk cId="0" sldId="259"/>
            <ac:picMk id="17" creationId="{E336C55C-EDD5-59E8-4C51-E05119831E59}"/>
          </ac:picMkLst>
        </pc:picChg>
      </pc:sldChg>
      <pc:sldChg chg="addSp delSp modSp">
        <pc:chgData name="Lucas Eugénio Lopes dos Santos" userId="S::250000815@esg.ipsantarem.pt::a4618f39-194f-414f-a344-88f377d7aedf" providerId="AD" clId="Web-{AE8F5DCB-0530-29EB-A38C-2B4B987AA8D6}" dt="2026-10-05T13:53:19.187" v="153"/>
        <pc:sldMkLst>
          <pc:docMk/>
          <pc:sldMk cId="0" sldId="260"/>
        </pc:sldMkLst>
        <pc:spChg chg="mod">
          <ac:chgData name="Lucas Eugénio Lopes dos Santos" userId="S::250000815@esg.ipsantarem.pt::a4618f39-194f-414f-a344-88f377d7aedf" providerId="AD" clId="Web-{AE8F5DCB-0530-29EB-A38C-2B4B987AA8D6}" dt="2026-10-05T13:29:33.522" v="73" actId="1076"/>
          <ac:spMkLst>
            <pc:docMk/>
            <pc:sldMk cId="0" sldId="260"/>
            <ac:spMk id="7" creationId="{00000000-0000-0000-0000-000000000000}"/>
          </ac:spMkLst>
        </pc:spChg>
        <pc:spChg chg="del mod">
          <ac:chgData name="Lucas Eugénio Lopes dos Santos" userId="S::250000815@esg.ipsantarem.pt::a4618f39-194f-414f-a344-88f377d7aedf" providerId="AD" clId="Web-{AE8F5DCB-0530-29EB-A38C-2B4B987AA8D6}" dt="2026-10-05T13:09:22.881" v="1"/>
          <ac:spMkLst>
            <pc:docMk/>
            <pc:sldMk cId="0" sldId="260"/>
            <ac:spMk id="8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37:51.526" v="127" actId="1076"/>
          <ac:spMkLst>
            <pc:docMk/>
            <pc:sldMk cId="0" sldId="260"/>
            <ac:spMk id="12" creationId="{00000000-0000-0000-0000-000000000000}"/>
          </ac:spMkLst>
        </pc:spChg>
        <pc:spChg chg="del mod">
          <ac:chgData name="Lucas Eugénio Lopes dos Santos" userId="S::250000815@esg.ipsantarem.pt::a4618f39-194f-414f-a344-88f377d7aedf" providerId="AD" clId="Web-{AE8F5DCB-0530-29EB-A38C-2B4B987AA8D6}" dt="2026-10-05T13:09:30.382" v="10"/>
          <ac:spMkLst>
            <pc:docMk/>
            <pc:sldMk cId="0" sldId="260"/>
            <ac:spMk id="13" creationId="{00000000-0000-0000-0000-000000000000}"/>
          </ac:spMkLst>
        </pc:spChg>
        <pc:spChg chg="del">
          <ac:chgData name="Lucas Eugénio Lopes dos Santos" userId="S::250000815@esg.ipsantarem.pt::a4618f39-194f-414f-a344-88f377d7aedf" providerId="AD" clId="Web-{AE8F5DCB-0530-29EB-A38C-2B4B987AA8D6}" dt="2026-10-05T13:29:20.287" v="70"/>
          <ac:spMkLst>
            <pc:docMk/>
            <pc:sldMk cId="0" sldId="260"/>
            <ac:spMk id="14" creationId="{00000000-0000-0000-0000-000000000000}"/>
          </ac:spMkLst>
        </pc:spChg>
        <pc:spChg chg="del mod">
          <ac:chgData name="Lucas Eugénio Lopes dos Santos" userId="S::250000815@esg.ipsantarem.pt::a4618f39-194f-414f-a344-88f377d7aedf" providerId="AD" clId="Web-{AE8F5DCB-0530-29EB-A38C-2B4B987AA8D6}" dt="2026-10-05T13:14:43.488" v="23"/>
          <ac:spMkLst>
            <pc:docMk/>
            <pc:sldMk cId="0" sldId="260"/>
            <ac:spMk id="15" creationId="{00000000-0000-0000-0000-000000000000}"/>
          </ac:spMkLst>
        </pc:spChg>
        <pc:spChg chg="del">
          <ac:chgData name="Lucas Eugénio Lopes dos Santos" userId="S::250000815@esg.ipsantarem.pt::a4618f39-194f-414f-a344-88f377d7aedf" providerId="AD" clId="Web-{AE8F5DCB-0530-29EB-A38C-2B4B987AA8D6}" dt="2026-10-05T13:29:22.100" v="71"/>
          <ac:spMkLst>
            <pc:docMk/>
            <pc:sldMk cId="0" sldId="260"/>
            <ac:spMk id="27" creationId="{00000000-0000-0000-0000-000000000000}"/>
          </ac:spMkLst>
        </pc:spChg>
        <pc:spChg chg="del mod">
          <ac:chgData name="Lucas Eugénio Lopes dos Santos" userId="S::250000815@esg.ipsantarem.pt::a4618f39-194f-414f-a344-88f377d7aedf" providerId="AD" clId="Web-{AE8F5DCB-0530-29EB-A38C-2B4B987AA8D6}" dt="2026-10-05T13:14:49.503" v="25"/>
          <ac:spMkLst>
            <pc:docMk/>
            <pc:sldMk cId="0" sldId="260"/>
            <ac:spMk id="28" creationId="{00000000-0000-0000-0000-000000000000}"/>
          </ac:spMkLst>
        </pc:spChg>
        <pc:picChg chg="add del mod">
          <ac:chgData name="Lucas Eugénio Lopes dos Santos" userId="S::250000815@esg.ipsantarem.pt::a4618f39-194f-414f-a344-88f377d7aedf" providerId="AD" clId="Web-{AE8F5DCB-0530-29EB-A38C-2B4B987AA8D6}" dt="2026-10-05T13:31:11.542" v="76"/>
          <ac:picMkLst>
            <pc:docMk/>
            <pc:sldMk cId="0" sldId="260"/>
            <ac:picMk id="29" creationId="{184B8226-53F8-9502-F7DE-11734ECE65E6}"/>
          </ac:picMkLst>
        </pc:picChg>
        <pc:picChg chg="add del mod">
          <ac:chgData name="Lucas Eugénio Lopes dos Santos" userId="S::250000815@esg.ipsantarem.pt::a4618f39-194f-414f-a344-88f377d7aedf" providerId="AD" clId="Web-{AE8F5DCB-0530-29EB-A38C-2B4B987AA8D6}" dt="2026-10-05T13:31:59.856" v="81"/>
          <ac:picMkLst>
            <pc:docMk/>
            <pc:sldMk cId="0" sldId="260"/>
            <ac:picMk id="32" creationId="{8DF28013-FD0C-8F8B-63EE-E80ED5E93A33}"/>
          </ac:picMkLst>
        </pc:picChg>
        <pc:picChg chg="add del mod">
          <ac:chgData name="Lucas Eugénio Lopes dos Santos" userId="S::250000815@esg.ipsantarem.pt::a4618f39-194f-414f-a344-88f377d7aedf" providerId="AD" clId="Web-{AE8F5DCB-0530-29EB-A38C-2B4B987AA8D6}" dt="2026-10-05T13:34:40.128" v="118"/>
          <ac:picMkLst>
            <pc:docMk/>
            <pc:sldMk cId="0" sldId="260"/>
            <ac:picMk id="33" creationId="{665EDCFB-207F-2DA4-944A-D3697102D644}"/>
          </ac:picMkLst>
        </pc:picChg>
        <pc:picChg chg="add mod">
          <ac:chgData name="Lucas Eugénio Lopes dos Santos" userId="S::250000815@esg.ipsantarem.pt::a4618f39-194f-414f-a344-88f377d7aedf" providerId="AD" clId="Web-{AE8F5DCB-0530-29EB-A38C-2B4B987AA8D6}" dt="2026-10-05T13:36:09.991" v="126" actId="14100"/>
          <ac:picMkLst>
            <pc:docMk/>
            <pc:sldMk cId="0" sldId="260"/>
            <ac:picMk id="35" creationId="{DB7DD9F7-16BA-1FBA-72CD-E3F2EE336006}"/>
          </ac:picMkLst>
        </pc:picChg>
        <pc:picChg chg="add mod">
          <ac:chgData name="Lucas Eugénio Lopes dos Santos" userId="S::250000815@esg.ipsantarem.pt::a4618f39-194f-414f-a344-88f377d7aedf" providerId="AD" clId="Web-{AE8F5DCB-0530-29EB-A38C-2B4B987AA8D6}" dt="2026-10-05T13:38:41.278" v="130" actId="1076"/>
          <ac:picMkLst>
            <pc:docMk/>
            <pc:sldMk cId="0" sldId="260"/>
            <ac:picMk id="36" creationId="{760BD561-8DAB-D786-4624-37F86016BD00}"/>
          </ac:picMkLst>
        </pc:picChg>
        <pc:picChg chg="add mod">
          <ac:chgData name="Lucas Eugénio Lopes dos Santos" userId="S::250000815@esg.ipsantarem.pt::a4618f39-194f-414f-a344-88f377d7aedf" providerId="AD" clId="Web-{AE8F5DCB-0530-29EB-A38C-2B4B987AA8D6}" dt="2026-10-05T13:39:30.326" v="131"/>
          <ac:picMkLst>
            <pc:docMk/>
            <pc:sldMk cId="0" sldId="260"/>
            <ac:picMk id="37" creationId="{210C9F65-A48C-C105-BC16-2C73EE582A65}"/>
          </ac:picMkLst>
        </pc:picChg>
        <pc:picChg chg="add del mod">
          <ac:chgData name="Lucas Eugénio Lopes dos Santos" userId="S::250000815@esg.ipsantarem.pt::a4618f39-194f-414f-a344-88f377d7aedf" providerId="AD" clId="Web-{AE8F5DCB-0530-29EB-A38C-2B4B987AA8D6}" dt="2026-10-05T13:40:56.017" v="134"/>
          <ac:picMkLst>
            <pc:docMk/>
            <pc:sldMk cId="0" sldId="260"/>
            <ac:picMk id="38" creationId="{242CC385-E029-6994-2108-F1F7B2A1B2DD}"/>
          </ac:picMkLst>
        </pc:picChg>
        <pc:picChg chg="add del mod">
          <ac:chgData name="Lucas Eugénio Lopes dos Santos" userId="S::250000815@esg.ipsantarem.pt::a4618f39-194f-414f-a344-88f377d7aedf" providerId="AD" clId="Web-{AE8F5DCB-0530-29EB-A38C-2B4B987AA8D6}" dt="2026-10-05T13:41:19.956" v="136"/>
          <ac:picMkLst>
            <pc:docMk/>
            <pc:sldMk cId="0" sldId="260"/>
            <ac:picMk id="39" creationId="{FE037E5B-11BC-2F6D-3BCC-DBA1BF83FD0D}"/>
          </ac:picMkLst>
        </pc:picChg>
        <pc:picChg chg="add mod">
          <ac:chgData name="Lucas Eugénio Lopes dos Santos" userId="S::250000815@esg.ipsantarem.pt::a4618f39-194f-414f-a344-88f377d7aedf" providerId="AD" clId="Web-{AE8F5DCB-0530-29EB-A38C-2B4B987AA8D6}" dt="2026-10-05T13:42:47.287" v="138" actId="1076"/>
          <ac:picMkLst>
            <pc:docMk/>
            <pc:sldMk cId="0" sldId="260"/>
            <ac:picMk id="40" creationId="{D942D2E5-2F2B-FEF2-E862-E04C94A8B105}"/>
          </ac:picMkLst>
        </pc:picChg>
        <pc:picChg chg="add del mod">
          <ac:chgData name="Lucas Eugénio Lopes dos Santos" userId="S::250000815@esg.ipsantarem.pt::a4618f39-194f-414f-a344-88f377d7aedf" providerId="AD" clId="Web-{AE8F5DCB-0530-29EB-A38C-2B4B987AA8D6}" dt="2026-10-05T13:45:29.528" v="148"/>
          <ac:picMkLst>
            <pc:docMk/>
            <pc:sldMk cId="0" sldId="260"/>
            <ac:picMk id="43" creationId="{F16B8DAB-5A14-D023-0C6F-CEDA42038EE6}"/>
          </ac:picMkLst>
        </pc:picChg>
        <pc:picChg chg="add del mod">
          <ac:chgData name="Lucas Eugénio Lopes dos Santos" userId="S::250000815@esg.ipsantarem.pt::a4618f39-194f-414f-a344-88f377d7aedf" providerId="AD" clId="Web-{AE8F5DCB-0530-29EB-A38C-2B4B987AA8D6}" dt="2026-10-05T13:53:19.187" v="153"/>
          <ac:picMkLst>
            <pc:docMk/>
            <pc:sldMk cId="0" sldId="260"/>
            <ac:picMk id="45" creationId="{B6034FB2-85BE-3783-DA56-DCF0456DA935}"/>
          </ac:picMkLst>
        </pc:picChg>
      </pc:sldChg>
      <pc:sldChg chg="delSp modSp">
        <pc:chgData name="Lucas Eugénio Lopes dos Santos" userId="S::250000815@esg.ipsantarem.pt::a4618f39-194f-414f-a344-88f377d7aedf" providerId="AD" clId="Web-{AE8F5DCB-0530-29EB-A38C-2B4B987AA8D6}" dt="2026-10-05T13:14:27.034" v="21" actId="1076"/>
        <pc:sldMkLst>
          <pc:docMk/>
          <pc:sldMk cId="0" sldId="261"/>
        </pc:sldMkLst>
        <pc:spChg chg="mod">
          <ac:chgData name="Lucas Eugénio Lopes dos Santos" userId="S::250000815@esg.ipsantarem.pt::a4618f39-194f-414f-a344-88f377d7aedf" providerId="AD" clId="Web-{AE8F5DCB-0530-29EB-A38C-2B4B987AA8D6}" dt="2026-10-05T13:13:57.580" v="14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14:22.940" v="20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14:19.299" v="19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13:59.439" v="15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14:14.471" v="18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14:27.034" v="21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AE8F5DCB-0530-29EB-A38C-2B4B987AA8D6}" dt="2026-10-05T13:14:02.877" v="16" actId="1076"/>
          <ac:spMkLst>
            <pc:docMk/>
            <pc:sldMk cId="0" sldId="261"/>
            <ac:spMk id="9" creationId="{00000000-0000-0000-0000-000000000000}"/>
          </ac:spMkLst>
        </pc:spChg>
        <pc:spChg chg="del mod">
          <ac:chgData name="Lucas Eugénio Lopes dos Santos" userId="S::250000815@esg.ipsantarem.pt::a4618f39-194f-414f-a344-88f377d7aedf" providerId="AD" clId="Web-{AE8F5DCB-0530-29EB-A38C-2B4B987AA8D6}" dt="2026-10-05T13:13:48.923" v="12"/>
          <ac:spMkLst>
            <pc:docMk/>
            <pc:sldMk cId="0" sldId="261"/>
            <ac:spMk id="10" creationId="{00000000-0000-0000-0000-000000000000}"/>
          </ac:spMkLst>
        </pc:spChg>
      </pc:sldChg>
      <pc:sldChg chg="addSp delSp modSp mod ord setBg">
        <pc:chgData name="Lucas Eugénio Lopes dos Santos" userId="S::250000815@esg.ipsantarem.pt::a4618f39-194f-414f-a344-88f377d7aedf" providerId="AD" clId="Web-{AE8F5DCB-0530-29EB-A38C-2B4B987AA8D6}" dt="2026-10-05T14:05:19.887" v="162"/>
        <pc:sldMkLst>
          <pc:docMk/>
          <pc:sldMk cId="3322399608" sldId="262"/>
        </pc:sldMkLst>
        <pc:spChg chg="mod">
          <ac:chgData name="Lucas Eugénio Lopes dos Santos" userId="S::250000815@esg.ipsantarem.pt::a4618f39-194f-414f-a344-88f377d7aedf" providerId="AD" clId="Web-{AE8F5DCB-0530-29EB-A38C-2B4B987AA8D6}" dt="2026-10-05T13:19:47.406" v="35" actId="1076"/>
          <ac:spMkLst>
            <pc:docMk/>
            <pc:sldMk cId="3322399608" sldId="262"/>
            <ac:spMk id="16" creationId="{42C9BDE6-C812-4248-2399-23FCBA48E350}"/>
          </ac:spMkLst>
        </pc:spChg>
        <pc:picChg chg="add del mod modCrop">
          <ac:chgData name="Lucas Eugénio Lopes dos Santos" userId="S::250000815@esg.ipsantarem.pt::a4618f39-194f-414f-a344-88f377d7aedf" providerId="AD" clId="Web-{AE8F5DCB-0530-29EB-A38C-2B4B987AA8D6}" dt="2026-10-05T13:25:39.482" v="50"/>
          <ac:picMkLst>
            <pc:docMk/>
            <pc:sldMk cId="3322399608" sldId="262"/>
            <ac:picMk id="29" creationId="{8ADBDD2F-0004-958D-A3D6-1EA61D47905A}"/>
          </ac:picMkLst>
        </pc:picChg>
        <pc:picChg chg="add del mod modCrop">
          <ac:chgData name="Lucas Eugénio Lopes dos Santos" userId="S::250000815@esg.ipsantarem.pt::a4618f39-194f-414f-a344-88f377d7aedf" providerId="AD" clId="Web-{AE8F5DCB-0530-29EB-A38C-2B4B987AA8D6}" dt="2026-10-05T13:23:13.632" v="45"/>
          <ac:picMkLst>
            <pc:docMk/>
            <pc:sldMk cId="3322399608" sldId="262"/>
            <ac:picMk id="31" creationId="{5C0665A8-D15D-4B3C-9380-326CB3F98579}"/>
          </ac:picMkLst>
        </pc:picChg>
      </pc:sldChg>
    </pc:docChg>
  </pc:docChgLst>
  <pc:docChgLst>
    <pc:chgData name="Lucas Eugénio Lopes dos Santos" userId="S::250000815@esg.ipsantarem.pt::a4618f39-194f-414f-a344-88f377d7aedf" providerId="AD" clId="Web-{51EB49F6-0605-D884-75D7-BA9A3FED6616}"/>
    <pc:docChg chg="modSld">
      <pc:chgData name="Lucas Eugénio Lopes dos Santos" userId="S::250000815@esg.ipsantarem.pt::a4618f39-194f-414f-a344-88f377d7aedf" providerId="AD" clId="Web-{51EB49F6-0605-D884-75D7-BA9A3FED6616}" dt="2026-10-05T13:00:28.269" v="34" actId="20577"/>
      <pc:docMkLst>
        <pc:docMk/>
      </pc:docMkLst>
      <pc:sldChg chg="modSp">
        <pc:chgData name="Lucas Eugénio Lopes dos Santos" userId="S::250000815@esg.ipsantarem.pt::a4618f39-194f-414f-a344-88f377d7aedf" providerId="AD" clId="Web-{51EB49F6-0605-D884-75D7-BA9A3FED6616}" dt="2026-10-05T13:00:28.269" v="34" actId="20577"/>
        <pc:sldMkLst>
          <pc:docMk/>
          <pc:sldMk cId="0" sldId="260"/>
        </pc:sldMkLst>
        <pc:spChg chg="mod">
          <ac:chgData name="Lucas Eugénio Lopes dos Santos" userId="S::250000815@esg.ipsantarem.pt::a4618f39-194f-414f-a344-88f377d7aedf" providerId="AD" clId="Web-{51EB49F6-0605-D884-75D7-BA9A3FED6616}" dt="2026-10-05T13:00:15.956" v="15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Lucas Eugénio Lopes dos Santos" userId="S::250000815@esg.ipsantarem.pt::a4618f39-194f-414f-a344-88f377d7aedf" providerId="AD" clId="Web-{51EB49F6-0605-D884-75D7-BA9A3FED6616}" dt="2026-10-05T13:00:28.269" v="34" actId="20577"/>
          <ac:spMkLst>
            <pc:docMk/>
            <pc:sldMk cId="0" sldId="260"/>
            <ac:spMk id="12" creationId="{00000000-0000-0000-0000-000000000000}"/>
          </ac:spMkLst>
        </pc:spChg>
      </pc:sldChg>
    </pc:docChg>
  </pc:docChgLst>
  <pc:docChgLst>
    <pc:chgData name="Ygor Gabriel Nunes Eto" userId="a43e534e-fc3b-4412-a733-97f54df7b70a" providerId="ADAL" clId="{EBC4105A-5BA4-4E3F-AFE9-4338176A9606}"/>
    <pc:docChg chg="modSld sldOrd">
      <pc:chgData name="Ygor Gabriel Nunes Eto" userId="a43e534e-fc3b-4412-a733-97f54df7b70a" providerId="ADAL" clId="{EBC4105A-5BA4-4E3F-AFE9-4338176A9606}" dt="2026-10-05T14:04:53.523" v="158"/>
      <pc:docMkLst>
        <pc:docMk/>
      </pc:docMkLst>
      <pc:sldChg chg="addSp setBg">
        <pc:chgData name="Ygor Gabriel Nunes Eto" userId="a43e534e-fc3b-4412-a733-97f54df7b70a" providerId="ADAL" clId="{EBC4105A-5BA4-4E3F-AFE9-4338176A9606}" dt="2026-10-05T14:03:04.040" v="153"/>
        <pc:sldMkLst>
          <pc:docMk/>
          <pc:sldMk cId="0" sldId="256"/>
        </pc:sldMkLst>
        <pc:picChg chg="add">
          <ac:chgData name="Ygor Gabriel Nunes Eto" userId="a43e534e-fc3b-4412-a733-97f54df7b70a" providerId="ADAL" clId="{EBC4105A-5BA4-4E3F-AFE9-4338176A9606}" dt="2026-10-05T13:13:48.316" v="0"/>
          <ac:picMkLst>
            <pc:docMk/>
            <pc:sldMk cId="0" sldId="256"/>
            <ac:picMk id="9" creationId="{7C82834E-807F-6103-4C01-D392E7EC3288}"/>
          </ac:picMkLst>
        </pc:picChg>
      </pc:sldChg>
      <pc:sldChg chg="addSp setBg">
        <pc:chgData name="Ygor Gabriel Nunes Eto" userId="a43e534e-fc3b-4412-a733-97f54df7b70a" providerId="ADAL" clId="{EBC4105A-5BA4-4E3F-AFE9-4338176A9606}" dt="2026-10-05T14:04:53.523" v="158"/>
        <pc:sldMkLst>
          <pc:docMk/>
          <pc:sldMk cId="0" sldId="257"/>
        </pc:sldMkLst>
        <pc:picChg chg="add">
          <ac:chgData name="Ygor Gabriel Nunes Eto" userId="a43e534e-fc3b-4412-a733-97f54df7b70a" providerId="ADAL" clId="{EBC4105A-5BA4-4E3F-AFE9-4338176A9606}" dt="2026-10-05T13:36:03.017" v="112"/>
          <ac:picMkLst>
            <pc:docMk/>
            <pc:sldMk cId="0" sldId="257"/>
            <ac:picMk id="16" creationId="{D4BE7B61-D001-5D8D-CA33-444EA935D373}"/>
          </ac:picMkLst>
        </pc:picChg>
      </pc:sldChg>
      <pc:sldChg chg="addSp">
        <pc:chgData name="Ygor Gabriel Nunes Eto" userId="a43e534e-fc3b-4412-a733-97f54df7b70a" providerId="ADAL" clId="{EBC4105A-5BA4-4E3F-AFE9-4338176A9606}" dt="2026-10-05T13:33:43.503" v="111"/>
        <pc:sldMkLst>
          <pc:docMk/>
          <pc:sldMk cId="0" sldId="258"/>
        </pc:sldMkLst>
        <pc:picChg chg="add">
          <ac:chgData name="Ygor Gabriel Nunes Eto" userId="a43e534e-fc3b-4412-a733-97f54df7b70a" providerId="ADAL" clId="{EBC4105A-5BA4-4E3F-AFE9-4338176A9606}" dt="2026-10-05T13:33:43.503" v="111"/>
          <ac:picMkLst>
            <pc:docMk/>
            <pc:sldMk cId="0" sldId="258"/>
            <ac:picMk id="36" creationId="{B570F6C1-36AE-8663-13A4-9BA8EAD89CB9}"/>
          </ac:picMkLst>
        </pc:picChg>
      </pc:sldChg>
      <pc:sldChg chg="addSp modSp">
        <pc:chgData name="Ygor Gabriel Nunes Eto" userId="a43e534e-fc3b-4412-a733-97f54df7b70a" providerId="ADAL" clId="{EBC4105A-5BA4-4E3F-AFE9-4338176A9606}" dt="2026-10-05T13:46:33.291" v="126"/>
        <pc:sldMkLst>
          <pc:docMk/>
          <pc:sldMk cId="0" sldId="260"/>
        </pc:sldMkLst>
        <pc:spChg chg="add mod">
          <ac:chgData name="Ygor Gabriel Nunes Eto" userId="a43e534e-fc3b-4412-a733-97f54df7b70a" providerId="ADAL" clId="{EBC4105A-5BA4-4E3F-AFE9-4338176A9606}" dt="2026-10-05T13:28:47.854" v="109"/>
          <ac:spMkLst>
            <pc:docMk/>
            <pc:sldMk cId="0" sldId="260"/>
            <ac:spMk id="31" creationId="{2850A9F4-4767-255A-8792-112559BE187A}"/>
          </ac:spMkLst>
        </pc:spChg>
        <pc:picChg chg="add">
          <ac:chgData name="Ygor Gabriel Nunes Eto" userId="a43e534e-fc3b-4412-a733-97f54df7b70a" providerId="ADAL" clId="{EBC4105A-5BA4-4E3F-AFE9-4338176A9606}" dt="2026-10-05T13:37:09.068" v="113"/>
          <ac:picMkLst>
            <pc:docMk/>
            <pc:sldMk cId="0" sldId="260"/>
            <ac:picMk id="8" creationId="{843BC886-D45E-4A2E-71AA-BC6674D05647}"/>
          </ac:picMkLst>
        </pc:picChg>
        <pc:picChg chg="add">
          <ac:chgData name="Ygor Gabriel Nunes Eto" userId="a43e534e-fc3b-4412-a733-97f54df7b70a" providerId="ADAL" clId="{EBC4105A-5BA4-4E3F-AFE9-4338176A9606}" dt="2026-10-05T13:39:32.596" v="114"/>
          <ac:picMkLst>
            <pc:docMk/>
            <pc:sldMk cId="0" sldId="260"/>
            <ac:picMk id="14" creationId="{28205B31-32B2-6B6D-8A2C-FB85CD7A960F}"/>
          </ac:picMkLst>
        </pc:picChg>
        <pc:picChg chg="add">
          <ac:chgData name="Ygor Gabriel Nunes Eto" userId="a43e534e-fc3b-4412-a733-97f54df7b70a" providerId="ADAL" clId="{EBC4105A-5BA4-4E3F-AFE9-4338176A9606}" dt="2026-10-05T13:44:35.288" v="122"/>
          <ac:picMkLst>
            <pc:docMk/>
            <pc:sldMk cId="0" sldId="260"/>
            <ac:picMk id="27" creationId="{A9BBE0C9-B2DD-DB95-1953-1CC073FEC537}"/>
          </ac:picMkLst>
        </pc:picChg>
        <pc:picChg chg="add">
          <ac:chgData name="Ygor Gabriel Nunes Eto" userId="a43e534e-fc3b-4412-a733-97f54df7b70a" providerId="ADAL" clId="{EBC4105A-5BA4-4E3F-AFE9-4338176A9606}" dt="2026-10-05T13:44:54.713" v="123"/>
          <ac:picMkLst>
            <pc:docMk/>
            <pc:sldMk cId="0" sldId="260"/>
            <ac:picMk id="29" creationId="{6FA752D1-F533-E052-771D-A92ED7EFC7B0}"/>
          </ac:picMkLst>
        </pc:picChg>
        <pc:picChg chg="add">
          <ac:chgData name="Ygor Gabriel Nunes Eto" userId="a43e534e-fc3b-4412-a733-97f54df7b70a" providerId="ADAL" clId="{EBC4105A-5BA4-4E3F-AFE9-4338176A9606}" dt="2026-10-05T13:40:35.390" v="115"/>
          <ac:picMkLst>
            <pc:docMk/>
            <pc:sldMk cId="0" sldId="260"/>
            <ac:picMk id="32" creationId="{1FF8E8CB-7638-CFF6-004A-2090B71A4C92}"/>
          </ac:picMkLst>
        </pc:picChg>
        <pc:picChg chg="add">
          <ac:chgData name="Ygor Gabriel Nunes Eto" userId="a43e534e-fc3b-4412-a733-97f54df7b70a" providerId="ADAL" clId="{EBC4105A-5BA4-4E3F-AFE9-4338176A9606}" dt="2026-10-05T13:45:50.094" v="124"/>
          <ac:picMkLst>
            <pc:docMk/>
            <pc:sldMk cId="0" sldId="260"/>
            <ac:picMk id="32" creationId="{6A13FA95-459C-5DA1-0E43-818F125622B2}"/>
          </ac:picMkLst>
        </pc:picChg>
        <pc:picChg chg="add">
          <ac:chgData name="Ygor Gabriel Nunes Eto" userId="a43e534e-fc3b-4412-a733-97f54df7b70a" providerId="ADAL" clId="{EBC4105A-5BA4-4E3F-AFE9-4338176A9606}" dt="2026-10-05T13:46:22.027" v="125"/>
          <ac:picMkLst>
            <pc:docMk/>
            <pc:sldMk cId="0" sldId="260"/>
            <ac:picMk id="33" creationId="{AC4825CE-330B-37E9-B4E3-187093F3E815}"/>
          </ac:picMkLst>
        </pc:picChg>
        <pc:picChg chg="add">
          <ac:chgData name="Ygor Gabriel Nunes Eto" userId="a43e534e-fc3b-4412-a733-97f54df7b70a" providerId="ADAL" clId="{EBC4105A-5BA4-4E3F-AFE9-4338176A9606}" dt="2026-10-05T13:40:48.833" v="116"/>
          <ac:picMkLst>
            <pc:docMk/>
            <pc:sldMk cId="0" sldId="260"/>
            <ac:picMk id="33" creationId="{B8C0C114-ADDC-F2D3-59AB-64BEB2369539}"/>
          </ac:picMkLst>
        </pc:picChg>
        <pc:picChg chg="add">
          <ac:chgData name="Ygor Gabriel Nunes Eto" userId="a43e534e-fc3b-4412-a733-97f54df7b70a" providerId="ADAL" clId="{EBC4105A-5BA4-4E3F-AFE9-4338176A9606}" dt="2026-10-05T13:33:26.825" v="110"/>
          <ac:picMkLst>
            <pc:docMk/>
            <pc:sldMk cId="0" sldId="260"/>
            <ac:picMk id="34" creationId="{3E63018E-8BFA-AFE5-1529-8F63623126D8}"/>
          </ac:picMkLst>
        </pc:picChg>
        <pc:picChg chg="add">
          <ac:chgData name="Ygor Gabriel Nunes Eto" userId="a43e534e-fc3b-4412-a733-97f54df7b70a" providerId="ADAL" clId="{EBC4105A-5BA4-4E3F-AFE9-4338176A9606}" dt="2026-10-05T13:46:33.291" v="126"/>
          <ac:picMkLst>
            <pc:docMk/>
            <pc:sldMk cId="0" sldId="260"/>
            <ac:picMk id="34" creationId="{627E3D5E-6CEB-A8B1-8A7B-07906D67A35F}"/>
          </ac:picMkLst>
        </pc:picChg>
        <pc:picChg chg="add">
          <ac:chgData name="Ygor Gabriel Nunes Eto" userId="a43e534e-fc3b-4412-a733-97f54df7b70a" providerId="ADAL" clId="{EBC4105A-5BA4-4E3F-AFE9-4338176A9606}" dt="2026-10-05T13:42:03.631" v="117"/>
          <ac:picMkLst>
            <pc:docMk/>
            <pc:sldMk cId="0" sldId="260"/>
            <ac:picMk id="34" creationId="{B91E6080-6437-5D1A-3782-1368E64652B5}"/>
          </ac:picMkLst>
        </pc:picChg>
        <pc:picChg chg="add">
          <ac:chgData name="Ygor Gabriel Nunes Eto" userId="a43e534e-fc3b-4412-a733-97f54df7b70a" providerId="ADAL" clId="{EBC4105A-5BA4-4E3F-AFE9-4338176A9606}" dt="2026-10-05T13:42:47.190" v="118"/>
          <ac:picMkLst>
            <pc:docMk/>
            <pc:sldMk cId="0" sldId="260"/>
            <ac:picMk id="35" creationId="{A815B4FA-9A13-A4F2-2DBA-662FEBA6B45E}"/>
          </ac:picMkLst>
        </pc:picChg>
        <pc:picChg chg="add">
          <ac:chgData name="Ygor Gabriel Nunes Eto" userId="a43e534e-fc3b-4412-a733-97f54df7b70a" providerId="ADAL" clId="{EBC4105A-5BA4-4E3F-AFE9-4338176A9606}" dt="2026-10-05T13:43:21.365" v="119"/>
          <ac:picMkLst>
            <pc:docMk/>
            <pc:sldMk cId="0" sldId="260"/>
            <ac:picMk id="41" creationId="{162D992B-2B8C-905D-768F-6F0DFDCA2182}"/>
          </ac:picMkLst>
        </pc:picChg>
        <pc:picChg chg="add">
          <ac:chgData name="Ygor Gabriel Nunes Eto" userId="a43e534e-fc3b-4412-a733-97f54df7b70a" providerId="ADAL" clId="{EBC4105A-5BA4-4E3F-AFE9-4338176A9606}" dt="2026-10-05T13:43:37.447" v="120"/>
          <ac:picMkLst>
            <pc:docMk/>
            <pc:sldMk cId="0" sldId="260"/>
            <ac:picMk id="42" creationId="{0B29A1ED-2EB9-02C0-A015-E333416C5749}"/>
          </ac:picMkLst>
        </pc:picChg>
        <pc:picChg chg="add">
          <ac:chgData name="Ygor Gabriel Nunes Eto" userId="a43e534e-fc3b-4412-a733-97f54df7b70a" providerId="ADAL" clId="{EBC4105A-5BA4-4E3F-AFE9-4338176A9606}" dt="2026-10-05T13:43:54.554" v="121"/>
          <ac:picMkLst>
            <pc:docMk/>
            <pc:sldMk cId="0" sldId="260"/>
            <ac:picMk id="44" creationId="{92CCA56A-1F02-706F-88DB-59DAA42B10D1}"/>
          </ac:picMkLst>
        </pc:picChg>
      </pc:sldChg>
      <pc:sldChg chg="addSp modSp ord setBg">
        <pc:chgData name="Ygor Gabriel Nunes Eto" userId="a43e534e-fc3b-4412-a733-97f54df7b70a" providerId="ADAL" clId="{EBC4105A-5BA4-4E3F-AFE9-4338176A9606}" dt="2026-10-05T14:03:50.944" v="154"/>
        <pc:sldMkLst>
          <pc:docMk/>
          <pc:sldMk cId="3322399608" sldId="262"/>
        </pc:sldMkLst>
        <pc:spChg chg="add mod">
          <ac:chgData name="Ygor Gabriel Nunes Eto" userId="a43e534e-fc3b-4412-a733-97f54df7b70a" providerId="ADAL" clId="{EBC4105A-5BA4-4E3F-AFE9-4338176A9606}" dt="2026-10-05T13:14:38.604" v="2"/>
          <ac:spMkLst>
            <pc:docMk/>
            <pc:sldMk cId="3322399608" sldId="262"/>
            <ac:spMk id="3" creationId="{C3E8F3FC-E882-0282-AE21-75841E24B232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4" creationId="{64C0F849-BE80-00FD-FB59-1E37F103995C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5" creationId="{000E1B31-AB97-727E-CAAE-E0FE91F8C622}"/>
          </ac:spMkLst>
        </pc:spChg>
        <pc:spChg chg="add mod">
          <ac:chgData name="Ygor Gabriel Nunes Eto" userId="a43e534e-fc3b-4412-a733-97f54df7b70a" providerId="ADAL" clId="{EBC4105A-5BA4-4E3F-AFE9-4338176A9606}" dt="2026-10-05T13:53:07.743" v="141"/>
          <ac:spMkLst>
            <pc:docMk/>
            <pc:sldMk cId="3322399608" sldId="262"/>
            <ac:spMk id="6" creationId="{1A21DB57-25AF-6FBC-6331-23AD4FC48661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8" creationId="{F326CF95-EF55-4837-6C01-EF9FEA864F67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9" creationId="{91C071F1-3111-9645-B2C9-CB8BCD11DA23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10" creationId="{2F2CDEFF-3A1D-1325-2297-30F7BF8DF608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12" creationId="{06E6DE1E-5999-42B7-F144-86EBA5A2BD75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13" creationId="{4BB1890E-D13F-0A9B-DA94-4A2060ED25D3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14" creationId="{6F61FD56-93A3-BEDE-4F4C-960A21F9F059}"/>
          </ac:spMkLst>
        </pc:spChg>
        <pc:spChg chg="add mod">
          <ac:chgData name="Ygor Gabriel Nunes Eto" userId="a43e534e-fc3b-4412-a733-97f54df7b70a" providerId="ADAL" clId="{EBC4105A-5BA4-4E3F-AFE9-4338176A9606}" dt="2026-10-05T13:14:25.450" v="1"/>
          <ac:spMkLst>
            <pc:docMk/>
            <pc:sldMk cId="3322399608" sldId="262"/>
            <ac:spMk id="15" creationId="{6907E578-5F79-9E45-BB0E-8ABFB3041514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16" creationId="{42C9BDE6-C812-4248-2399-23FCBA48E350}"/>
          </ac:spMkLst>
        </pc:spChg>
        <pc:spChg chg="add mod">
          <ac:chgData name="Ygor Gabriel Nunes Eto" userId="a43e534e-fc3b-4412-a733-97f54df7b70a" providerId="ADAL" clId="{EBC4105A-5BA4-4E3F-AFE9-4338176A9606}" dt="2026-10-05T13:15:47.732" v="5"/>
          <ac:spMkLst>
            <pc:docMk/>
            <pc:sldMk cId="3322399608" sldId="262"/>
            <ac:spMk id="17" creationId="{9D79B532-E015-30D4-0521-F24D52866672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18" creationId="{40ACDCBD-5EB6-BCAA-3837-E4169776DCD3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0" creationId="{D2FFC112-BB58-4FD5-079A-1B50AE946367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1" creationId="{F9437807-5735-F78E-D8C0-F9963C7DE721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2" creationId="{6AAA1D5B-E6D6-3A4C-C64D-182CCD5FA0DD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3" creationId="{FFA31371-EFE3-F5A1-B8B2-E739FFEE75A4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6" creationId="{3FCE41F2-3201-8E3F-167F-4B3876A2E65C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7" creationId="{C71F476E-4AD6-2EB4-2E22-9454E7AA9758}"/>
          </ac:spMkLst>
        </pc:spChg>
        <pc:spChg chg="add mod">
          <ac:chgData name="Ygor Gabriel Nunes Eto" userId="a43e534e-fc3b-4412-a733-97f54df7b70a" providerId="ADAL" clId="{EBC4105A-5BA4-4E3F-AFE9-4338176A9606}" dt="2026-10-05T13:14:40.535" v="3"/>
          <ac:spMkLst>
            <pc:docMk/>
            <pc:sldMk cId="3322399608" sldId="262"/>
            <ac:spMk id="28" creationId="{69C6154E-AF53-E609-C138-D713570A4A33}"/>
          </ac:spMkLst>
        </pc:spChg>
        <pc:picChg chg="add">
          <ac:chgData name="Ygor Gabriel Nunes Eto" userId="a43e534e-fc3b-4412-a733-97f54df7b70a" providerId="ADAL" clId="{EBC4105A-5BA4-4E3F-AFE9-4338176A9606}" dt="2026-10-05T13:55:37.360" v="144"/>
          <ac:picMkLst>
            <pc:docMk/>
            <pc:sldMk cId="3322399608" sldId="262"/>
            <ac:picMk id="7" creationId="{D88F613F-7AC5-EA7A-3877-D8C43CAFA6C9}"/>
          </ac:picMkLst>
        </pc:picChg>
        <pc:picChg chg="add">
          <ac:chgData name="Ygor Gabriel Nunes Eto" userId="a43e534e-fc3b-4412-a733-97f54df7b70a" providerId="ADAL" clId="{EBC4105A-5BA4-4E3F-AFE9-4338176A9606}" dt="2026-10-05T13:57:28.591" v="152"/>
          <ac:picMkLst>
            <pc:docMk/>
            <pc:sldMk cId="3322399608" sldId="262"/>
            <ac:picMk id="8" creationId="{0C6DF983-EEA1-D72A-BB8F-68E1899135E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375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Abertura (cerca de 20 segundos). Apresentem-se, digam o nome do projeto e a ideia numa frase: o rapidSpot mostra quantas vagas estão livres e diz ao condutor onde estacionar.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 problema (1 minuto). Quem já deu voltas a um estacionamento sem saber se havia lugar? Do lado de quem gere, é difícil saber quantas vagas estão ocupadas, não há registo de quem entra e sai e, nas empresas, é difícil controlar quem usa o estacionamento. Se já falaram com alguém, digam o que essa pessoa contou.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Como funciona (1 minuto). Passem pelos quatro passos: ver vagas livres, entrar com QR code ou senha, cancela e vaga indicada. Expliquem que há duas áreas: a do condutor e a do administrador, que é a que o parque ou a empresa usa. Se puderem, mostrem um ecrã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 que inclui e o que fica de fora (1 minuto). Digam o que o cliente leva logo na primeira versão e o que só entra se houver tempo. Sublinhem que a cancela é simulada e que não há câmaras reais, reservas nem pagamentos. Dizer o que fica de fora mostra que o plano é realista.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Quem somos e como é feito (1 minuto). Cada um diz o seu nome e o seu papel. Expliquem em palavras simples como o sistema é feito: funciona no navegador, em telemóvel e computador, e os dados ficam guardados de forma segura.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Limites e próximo passo (1 minuto). Sejam honestos: a cancela é simulada e ainda falta ouvir utilizadores reais. O próximo passo é desenhar os ecrãs e o plano de trabalho. Terminem com "Obrigado, perguntas?".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8580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72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1371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PROPOSTA PARA PARQUES E EMPRESAS</a:t>
            </a:r>
            <a:endParaRPr lang="en-US" sz="1200" dirty="0"/>
          </a:p>
        </p:txBody>
      </p:sp>
      <p:sp>
        <p:nvSpPr>
          <p:cNvPr id="4" name="Frase-modelo"/>
          <p:cNvSpPr txBox="1"/>
          <p:nvPr/>
        </p:nvSpPr>
        <p:spPr>
          <a:xfrm>
            <a:off x="731520" y="3383280"/>
            <a:ext cx="7132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000"/>
          </a:p>
        </p:txBody>
      </p:sp>
      <p:sp>
        <p:nvSpPr>
          <p:cNvPr id="5" name="Círculo capa"/>
          <p:cNvSpPr/>
          <p:nvPr/>
        </p:nvSpPr>
        <p:spPr>
          <a:xfrm>
            <a:off x="7468535" y="1956334"/>
            <a:ext cx="4403558" cy="3785937"/>
          </a:xfrm>
          <a:prstGeom prst="ellipse">
            <a:avLst/>
          </a:prstGeom>
          <a:solidFill>
            <a:srgbClr val="102C5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Ícone capa" descr="Parque de estacionamen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105" y="2741525"/>
            <a:ext cx="2201779" cy="2201779"/>
          </a:xfrm>
          <a:prstGeom prst="rect">
            <a:avLst/>
          </a:prstGeom>
        </p:spPr>
      </p:pic>
      <p:sp>
        <p:nvSpPr>
          <p:cNvPr id="7" name="Equipa"/>
          <p:cNvSpPr txBox="1"/>
          <p:nvPr/>
        </p:nvSpPr>
        <p:spPr>
          <a:xfrm>
            <a:off x="731520" y="5117719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chemeClr val="bg2"/>
                </a:solidFill>
              </a:rPr>
              <a:t>Lucas Santos  - 250000815  </a:t>
            </a:r>
          </a:p>
          <a:p>
            <a:pPr marL="0" indent="0">
              <a:buNone/>
            </a:pPr>
            <a:r>
              <a:rPr lang="en-US" sz="1600">
                <a:solidFill>
                  <a:schemeClr val="bg2"/>
                </a:solidFill>
              </a:rPr>
              <a:t>Ygor Eto - 250000805</a:t>
            </a:r>
            <a:endParaRPr lang="en-US" sz="16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C82834E-807F-6103-4C01-D392E7EC3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4615" y="192746"/>
            <a:ext cx="2286000" cy="48577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22B95F7-AB52-CE8E-0B08-195AADDE02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12353"/>
            <a:ext cx="7348247" cy="31498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rtão problema 1">
            <a:extLst>
              <a:ext uri="{FF2B5EF4-FFF2-40B4-BE49-F238E27FC236}">
                <a16:creationId xmlns:a16="http://schemas.microsoft.com/office/drawing/2014/main" id="{8821366D-B378-7211-5F69-C43475D1955F}"/>
              </a:ext>
            </a:extLst>
          </p:cNvPr>
          <p:cNvSpPr/>
          <p:nvPr/>
        </p:nvSpPr>
        <p:spPr>
          <a:xfrm>
            <a:off x="650683" y="2708893"/>
            <a:ext cx="10654665" cy="3474720"/>
          </a:xfrm>
          <a:prstGeom prst="roundRect">
            <a:avLst>
              <a:gd name="adj" fmla="val 3947"/>
            </a:avLst>
          </a:prstGeom>
          <a:solidFill>
            <a:schemeClr val="bg2">
              <a:alpha val="75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Frase-modelo">
            <a:extLst>
              <a:ext uri="{FF2B5EF4-FFF2-40B4-BE49-F238E27FC236}">
                <a16:creationId xmlns:a16="http://schemas.microsoft.com/office/drawing/2014/main" id="{240D1D8C-2D04-5A82-BC4B-A2711ADC4C3E}"/>
              </a:ext>
            </a:extLst>
          </p:cNvPr>
          <p:cNvSpPr txBox="1"/>
          <p:nvPr/>
        </p:nvSpPr>
        <p:spPr>
          <a:xfrm>
            <a:off x="1193463" y="3531853"/>
            <a:ext cx="1011188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Para quem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tem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um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parque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ou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o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estacionamento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de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uma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empresa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: o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rapidSpot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mostra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quantas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vagas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estão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livres,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deixa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os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condutores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entrarem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com um QR code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ou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uma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senha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e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diz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logo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onde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estacionar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. Menos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voltas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para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eles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mais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controlo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 para </a:t>
            </a:r>
            <a:r>
              <a:rPr lang="en-US" sz="3200" dirty="0" err="1">
                <a:solidFill>
                  <a:schemeClr val="bg2">
                    <a:lumMod val="10000"/>
                  </a:schemeClr>
                </a:solidFill>
              </a:rPr>
              <a:t>si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42C9BDE6-C812-4248-2399-23FCBA48E350}"/>
              </a:ext>
            </a:extLst>
          </p:cNvPr>
          <p:cNvSpPr txBox="1">
            <a:spLocks/>
          </p:cNvSpPr>
          <p:nvPr/>
        </p:nvSpPr>
        <p:spPr>
          <a:xfrm>
            <a:off x="1193463" y="2708893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>
                <a:solidFill>
                  <a:schemeClr val="bg2">
                    <a:lumMod val="10000"/>
                  </a:schemeClr>
                </a:solidFill>
              </a:rPr>
              <a:t>O que é o rapidSpot</a:t>
            </a:r>
            <a:endParaRPr lang="pt-BR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2D84FB3-49EB-8143-9F52-143E84B1B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73" y="114357"/>
            <a:ext cx="7105650" cy="245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399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058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>
                <a:solidFill>
                  <a:schemeClr val="tx1"/>
                </a:solidFill>
              </a:rPr>
              <a:t>O problema</a:t>
            </a:r>
            <a:endParaRPr lang="en-US" sz="3800"/>
          </a:p>
        </p:txBody>
      </p:sp>
      <p:sp>
        <p:nvSpPr>
          <p:cNvPr id="3" name="Cartão problema 1"/>
          <p:cNvSpPr/>
          <p:nvPr/>
        </p:nvSpPr>
        <p:spPr>
          <a:xfrm>
            <a:off x="365760" y="2428240"/>
            <a:ext cx="5362956" cy="34747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Condutores círculo"/>
          <p:cNvSpPr/>
          <p:nvPr/>
        </p:nvSpPr>
        <p:spPr>
          <a:xfrm>
            <a:off x="548640" y="2428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Condutores ícone" descr="Conduto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2576830"/>
            <a:ext cx="297180" cy="297180"/>
          </a:xfrm>
          <a:prstGeom prst="rect">
            <a:avLst/>
          </a:prstGeom>
        </p:spPr>
      </p:pic>
      <p:sp>
        <p:nvSpPr>
          <p:cNvPr id="6" name="Título problema 1"/>
          <p:cNvSpPr txBox="1"/>
          <p:nvPr/>
        </p:nvSpPr>
        <p:spPr>
          <a:xfrm>
            <a:off x="1439376" y="2589797"/>
            <a:ext cx="39913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chemeClr val="tx1"/>
                </a:solidFill>
              </a:rPr>
              <a:t>Condutores</a:t>
            </a:r>
            <a:endParaRPr lang="en-US" sz="2200"/>
          </a:p>
        </p:txBody>
      </p:sp>
      <p:sp>
        <p:nvSpPr>
          <p:cNvPr id="7" name="Lista problema 1"/>
          <p:cNvSpPr txBox="1"/>
          <p:nvPr/>
        </p:nvSpPr>
        <p:spPr>
          <a:xfrm>
            <a:off x="416560" y="3429000"/>
            <a:ext cx="48143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 err="1">
                <a:solidFill>
                  <a:schemeClr val="tx2"/>
                </a:solidFill>
              </a:rPr>
              <a:t>Chegam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sem</a:t>
            </a:r>
            <a:r>
              <a:rPr lang="en-US" sz="1800" dirty="0">
                <a:solidFill>
                  <a:schemeClr val="tx2"/>
                </a:solidFill>
              </a:rPr>
              <a:t> saber se </a:t>
            </a:r>
            <a:r>
              <a:rPr lang="en-US" sz="1800" dirty="0" err="1">
                <a:solidFill>
                  <a:schemeClr val="tx2"/>
                </a:solidFill>
              </a:rPr>
              <a:t>há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vaga</a:t>
            </a:r>
            <a:r>
              <a:rPr lang="en-US" sz="1800" dirty="0">
                <a:solidFill>
                  <a:schemeClr val="tx2"/>
                </a:solidFill>
              </a:rPr>
              <a:t> livre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 err="1">
                <a:solidFill>
                  <a:schemeClr val="tx2"/>
                </a:solidFill>
              </a:rPr>
              <a:t>Dão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voltas</a:t>
            </a:r>
            <a:r>
              <a:rPr lang="en-US" sz="1800" dirty="0">
                <a:solidFill>
                  <a:schemeClr val="tx2"/>
                </a:solidFill>
              </a:rPr>
              <a:t> à </a:t>
            </a:r>
            <a:r>
              <a:rPr lang="en-US" sz="1800" dirty="0" err="1">
                <a:solidFill>
                  <a:schemeClr val="tx2"/>
                </a:solidFill>
              </a:rPr>
              <a:t>procura</a:t>
            </a:r>
            <a:r>
              <a:rPr lang="en-US" sz="1800" dirty="0">
                <a:solidFill>
                  <a:schemeClr val="tx2"/>
                </a:solidFill>
              </a:rPr>
              <a:t> de </a:t>
            </a:r>
            <a:r>
              <a:rPr lang="en-US" sz="1800" dirty="0" err="1">
                <a:solidFill>
                  <a:schemeClr val="tx2"/>
                </a:solidFill>
              </a:rPr>
              <a:t>lugar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 err="1">
                <a:solidFill>
                  <a:schemeClr val="tx2"/>
                </a:solidFill>
              </a:rPr>
              <a:t>Perdem</a:t>
            </a:r>
            <a:r>
              <a:rPr lang="en-US" sz="1800" dirty="0">
                <a:solidFill>
                  <a:schemeClr val="tx2"/>
                </a:solidFill>
              </a:rPr>
              <a:t> tempo e </a:t>
            </a:r>
            <a:r>
              <a:rPr lang="en-US" sz="1800" dirty="0" err="1">
                <a:solidFill>
                  <a:schemeClr val="tx2"/>
                </a:solidFill>
              </a:rPr>
              <a:t>chegam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atrasados</a:t>
            </a:r>
            <a:endParaRPr lang="en-US" sz="1800" dirty="0"/>
          </a:p>
        </p:txBody>
      </p:sp>
      <p:sp>
        <p:nvSpPr>
          <p:cNvPr id="8" name="Cartão problema 2"/>
          <p:cNvSpPr/>
          <p:nvPr/>
        </p:nvSpPr>
        <p:spPr>
          <a:xfrm>
            <a:off x="6240551" y="2434398"/>
            <a:ext cx="5362956" cy="34747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Gestor do parque círculo"/>
          <p:cNvSpPr/>
          <p:nvPr/>
        </p:nvSpPr>
        <p:spPr>
          <a:xfrm>
            <a:off x="6551676" y="2428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Gestor do parque ícone" descr="Gestor do parqu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106" y="2576830"/>
            <a:ext cx="297180" cy="297180"/>
          </a:xfrm>
          <a:prstGeom prst="rect">
            <a:avLst/>
          </a:prstGeom>
        </p:spPr>
      </p:pic>
      <p:sp>
        <p:nvSpPr>
          <p:cNvPr id="11" name="Título problema 2"/>
          <p:cNvSpPr txBox="1"/>
          <p:nvPr/>
        </p:nvSpPr>
        <p:spPr>
          <a:xfrm>
            <a:off x="7379716" y="2428240"/>
            <a:ext cx="39913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chemeClr val="tx1"/>
                </a:solidFill>
              </a:rPr>
              <a:t>Parque ou empresa</a:t>
            </a:r>
            <a:endParaRPr lang="en-US" sz="2200"/>
          </a:p>
        </p:txBody>
      </p:sp>
      <p:sp>
        <p:nvSpPr>
          <p:cNvPr id="12" name="Lista problema 2"/>
          <p:cNvSpPr txBox="1"/>
          <p:nvPr/>
        </p:nvSpPr>
        <p:spPr>
          <a:xfrm>
            <a:off x="6551676" y="3429000"/>
            <a:ext cx="48143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chemeClr val="tx2"/>
                </a:solidFill>
              </a:rPr>
              <a:t>Difícil saber quantas vagas estão ocupadas</a:t>
            </a:r>
            <a:endParaRPr lang="en-US" sz="18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chemeClr val="tx2"/>
                </a:solidFill>
              </a:rPr>
              <a:t>Sem registo de quem entra e sai</a:t>
            </a:r>
            <a:endParaRPr lang="en-US" sz="18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chemeClr val="tx2"/>
                </a:solidFill>
              </a:rPr>
              <a:t>Pouco controlo sobre quem usa o estacionamento</a:t>
            </a:r>
            <a:endParaRPr lang="en-US" sz="1800"/>
          </a:p>
        </p:txBody>
      </p:sp>
      <p:pic>
        <p:nvPicPr>
          <p:cNvPr id="16" name="Imagem 15" descr="Condutor - ícones de do utilizador grátis">
            <a:extLst>
              <a:ext uri="{FF2B5EF4-FFF2-40B4-BE49-F238E27FC236}">
                <a16:creationId xmlns:a16="http://schemas.microsoft.com/office/drawing/2014/main" id="{D4BE7B61-D001-5D8D-CA33-444EA935D3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913" y="4023360"/>
            <a:ext cx="1798803" cy="17988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>
                <a:solidFill>
                  <a:schemeClr val="tx1"/>
                </a:solidFill>
              </a:rPr>
              <a:t>Como funciona</a:t>
            </a:r>
            <a:endParaRPr lang="en-US" sz="3800"/>
          </a:p>
        </p:txBody>
      </p:sp>
      <p:sp>
        <p:nvSpPr>
          <p:cNvPr id="3" name="Passo 1"/>
          <p:cNvSpPr/>
          <p:nvPr/>
        </p:nvSpPr>
        <p:spPr>
          <a:xfrm>
            <a:off x="548640" y="1554480"/>
            <a:ext cx="2567178" cy="2377440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Ver vagas livres círculo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Ver vagas livres ícone" descr="Ver vagas liv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931670"/>
            <a:ext cx="297180" cy="297180"/>
          </a:xfrm>
          <a:prstGeom prst="rect">
            <a:avLst/>
          </a:prstGeom>
        </p:spPr>
      </p:pic>
      <p:sp>
        <p:nvSpPr>
          <p:cNvPr id="6" name="Título passo 1"/>
          <p:cNvSpPr txBox="1"/>
          <p:nvPr/>
        </p:nvSpPr>
        <p:spPr>
          <a:xfrm>
            <a:off x="822960" y="25603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Ver vagas livres</a:t>
            </a:r>
            <a:endParaRPr lang="en-US" sz="1800"/>
          </a:p>
        </p:txBody>
      </p:sp>
      <p:sp>
        <p:nvSpPr>
          <p:cNvPr id="7" name="Texto passo 1"/>
          <p:cNvSpPr txBox="1"/>
          <p:nvPr/>
        </p:nvSpPr>
        <p:spPr>
          <a:xfrm>
            <a:off x="822960" y="2971800"/>
            <a:ext cx="210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2"/>
                </a:solidFill>
              </a:rPr>
              <a:t>O condutor vê quantas vagas há, sempre atualizado.</a:t>
            </a:r>
            <a:endParaRPr lang="en-US" sz="1400"/>
          </a:p>
        </p:txBody>
      </p:sp>
      <p:sp>
        <p:nvSpPr>
          <p:cNvPr id="8" name="Seta 1"/>
          <p:cNvSpPr/>
          <p:nvPr/>
        </p:nvSpPr>
        <p:spPr>
          <a:xfrm>
            <a:off x="3143250" y="260604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Passo 2"/>
          <p:cNvSpPr/>
          <p:nvPr/>
        </p:nvSpPr>
        <p:spPr>
          <a:xfrm>
            <a:off x="3390138" y="1554480"/>
            <a:ext cx="2567178" cy="2377440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Reservar círculo"/>
          <p:cNvSpPr/>
          <p:nvPr/>
        </p:nvSpPr>
        <p:spPr>
          <a:xfrm>
            <a:off x="3664458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Reservar ícone" descr="Reserv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048" y="1931670"/>
            <a:ext cx="297180" cy="297180"/>
          </a:xfrm>
          <a:prstGeom prst="rect">
            <a:avLst/>
          </a:prstGeom>
        </p:spPr>
      </p:pic>
      <p:sp>
        <p:nvSpPr>
          <p:cNvPr id="12" name="Título passo 2"/>
          <p:cNvSpPr txBox="1"/>
          <p:nvPr/>
        </p:nvSpPr>
        <p:spPr>
          <a:xfrm>
            <a:off x="3664458" y="25603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Entrar</a:t>
            </a:r>
            <a:endParaRPr lang="en-US" sz="1800"/>
          </a:p>
        </p:txBody>
      </p:sp>
      <p:sp>
        <p:nvSpPr>
          <p:cNvPr id="13" name="Texto passo 2"/>
          <p:cNvSpPr txBox="1"/>
          <p:nvPr/>
        </p:nvSpPr>
        <p:spPr>
          <a:xfrm>
            <a:off x="3664458" y="2971800"/>
            <a:ext cx="210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2"/>
                </a:solidFill>
              </a:rPr>
              <a:t>Ao chegar, pede um QR code ou uma senha na app.</a:t>
            </a:r>
            <a:endParaRPr lang="en-US" sz="1400"/>
          </a:p>
        </p:txBody>
      </p:sp>
      <p:sp>
        <p:nvSpPr>
          <p:cNvPr id="14" name="Seta 2"/>
          <p:cNvSpPr/>
          <p:nvPr/>
        </p:nvSpPr>
        <p:spPr>
          <a:xfrm>
            <a:off x="5984748" y="260604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Passo 3"/>
          <p:cNvSpPr/>
          <p:nvPr/>
        </p:nvSpPr>
        <p:spPr>
          <a:xfrm>
            <a:off x="6231636" y="1554480"/>
            <a:ext cx="2567178" cy="2377440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QR code círculo"/>
          <p:cNvSpPr/>
          <p:nvPr/>
        </p:nvSpPr>
        <p:spPr>
          <a:xfrm>
            <a:off x="6505956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QR code ícone" descr="QR cod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546" y="1931670"/>
            <a:ext cx="297180" cy="297180"/>
          </a:xfrm>
          <a:prstGeom prst="rect">
            <a:avLst/>
          </a:prstGeom>
        </p:spPr>
      </p:pic>
      <p:sp>
        <p:nvSpPr>
          <p:cNvPr id="18" name="Título passo 3"/>
          <p:cNvSpPr txBox="1"/>
          <p:nvPr/>
        </p:nvSpPr>
        <p:spPr>
          <a:xfrm>
            <a:off x="6505956" y="25603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Cancela</a:t>
            </a:r>
            <a:endParaRPr lang="en-US" sz="1800"/>
          </a:p>
        </p:txBody>
      </p:sp>
      <p:sp>
        <p:nvSpPr>
          <p:cNvPr id="19" name="Texto passo 3"/>
          <p:cNvSpPr txBox="1"/>
          <p:nvPr/>
        </p:nvSpPr>
        <p:spPr>
          <a:xfrm>
            <a:off x="6505956" y="2971800"/>
            <a:ext cx="210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2"/>
                </a:solidFill>
              </a:rPr>
              <a:t>Lê o código, abre e conta o carro.</a:t>
            </a:r>
            <a:endParaRPr lang="en-US" sz="1400"/>
          </a:p>
        </p:txBody>
      </p:sp>
      <p:sp>
        <p:nvSpPr>
          <p:cNvPr id="20" name="Seta 3"/>
          <p:cNvSpPr/>
          <p:nvPr/>
        </p:nvSpPr>
        <p:spPr>
          <a:xfrm>
            <a:off x="8826246" y="260604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Passo 4"/>
          <p:cNvSpPr/>
          <p:nvPr/>
        </p:nvSpPr>
        <p:spPr>
          <a:xfrm>
            <a:off x="9073134" y="1554480"/>
            <a:ext cx="2567178" cy="2377440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Cancela simulada círculo"/>
          <p:cNvSpPr/>
          <p:nvPr/>
        </p:nvSpPr>
        <p:spPr>
          <a:xfrm>
            <a:off x="9347454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Cancela simulada ícone" descr="Cancela simulad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6044" y="1931670"/>
            <a:ext cx="297180" cy="297180"/>
          </a:xfrm>
          <a:prstGeom prst="rect">
            <a:avLst/>
          </a:prstGeom>
        </p:spPr>
      </p:pic>
      <p:sp>
        <p:nvSpPr>
          <p:cNvPr id="24" name="Título passo 4"/>
          <p:cNvSpPr txBox="1"/>
          <p:nvPr/>
        </p:nvSpPr>
        <p:spPr>
          <a:xfrm>
            <a:off x="9347454" y="25603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A vaga</a:t>
            </a:r>
            <a:endParaRPr lang="en-US" sz="1800"/>
          </a:p>
        </p:txBody>
      </p:sp>
      <p:sp>
        <p:nvSpPr>
          <p:cNvPr id="25" name="Texto passo 4"/>
          <p:cNvSpPr txBox="1"/>
          <p:nvPr/>
        </p:nvSpPr>
        <p:spPr>
          <a:xfrm>
            <a:off x="9347454" y="2971800"/>
            <a:ext cx="210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2"/>
                </a:solidFill>
              </a:rPr>
              <a:t>A app mostra onde estacionar.</a:t>
            </a:r>
            <a:endParaRPr lang="en-US" sz="1400"/>
          </a:p>
        </p:txBody>
      </p:sp>
      <p:sp>
        <p:nvSpPr>
          <p:cNvPr id="26" name="Perfil 1"/>
          <p:cNvSpPr/>
          <p:nvPr/>
        </p:nvSpPr>
        <p:spPr>
          <a:xfrm>
            <a:off x="548640" y="4206240"/>
            <a:ext cx="5362956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Cliente círculo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8" name="Cliente ícone" descr="Client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690" y="4560570"/>
            <a:ext cx="251460" cy="251460"/>
          </a:xfrm>
          <a:prstGeom prst="rect">
            <a:avLst/>
          </a:prstGeom>
        </p:spPr>
      </p:pic>
      <p:sp>
        <p:nvSpPr>
          <p:cNvPr id="29" name="Título perfil 1"/>
          <p:cNvSpPr txBox="1"/>
          <p:nvPr/>
        </p:nvSpPr>
        <p:spPr>
          <a:xfrm>
            <a:off x="1508760" y="4434840"/>
            <a:ext cx="40827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chemeClr val="tx1"/>
                </a:solidFill>
              </a:rPr>
              <a:t>Condutor</a:t>
            </a:r>
            <a:endParaRPr lang="en-US" sz="2000"/>
          </a:p>
        </p:txBody>
      </p:sp>
      <p:sp>
        <p:nvSpPr>
          <p:cNvPr id="30" name="Texto perfil 1"/>
          <p:cNvSpPr txBox="1"/>
          <p:nvPr/>
        </p:nvSpPr>
        <p:spPr>
          <a:xfrm>
            <a:off x="822960" y="5120640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err="1">
                <a:solidFill>
                  <a:schemeClr val="tx2"/>
                </a:solidFill>
              </a:rPr>
              <a:t>Vê as vagas livres, entra com um código e sabe onde estacionar.</a:t>
            </a:r>
          </a:p>
        </p:txBody>
      </p:sp>
      <p:sp>
        <p:nvSpPr>
          <p:cNvPr id="31" name="Perfil 2"/>
          <p:cNvSpPr/>
          <p:nvPr/>
        </p:nvSpPr>
        <p:spPr>
          <a:xfrm>
            <a:off x="6277356" y="4206240"/>
            <a:ext cx="5362956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Administrador círculo"/>
          <p:cNvSpPr/>
          <p:nvPr/>
        </p:nvSpPr>
        <p:spPr>
          <a:xfrm>
            <a:off x="6551676" y="4434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Administrador ícone" descr="Administrad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7406" y="4560570"/>
            <a:ext cx="251460" cy="251460"/>
          </a:xfrm>
          <a:prstGeom prst="rect">
            <a:avLst/>
          </a:prstGeom>
        </p:spPr>
      </p:pic>
      <p:sp>
        <p:nvSpPr>
          <p:cNvPr id="34" name="Título perfil 2"/>
          <p:cNvSpPr txBox="1"/>
          <p:nvPr/>
        </p:nvSpPr>
        <p:spPr>
          <a:xfrm>
            <a:off x="7237476" y="4434840"/>
            <a:ext cx="40827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chemeClr val="tx1"/>
                </a:solidFill>
              </a:rPr>
              <a:t>Administrador</a:t>
            </a:r>
            <a:endParaRPr lang="en-US" sz="2000"/>
          </a:p>
        </p:txBody>
      </p:sp>
      <p:sp>
        <p:nvSpPr>
          <p:cNvPr id="35" name="Texto perfil 2"/>
          <p:cNvSpPr txBox="1"/>
          <p:nvPr/>
        </p:nvSpPr>
        <p:spPr>
          <a:xfrm>
            <a:off x="6551676" y="5120640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Gere as vagas e a ordem delas, vê a ocupação em tempo real e consulta quem entrou e saiu.</a:t>
            </a:r>
            <a:endParaRPr lang="en-US" sz="1600"/>
          </a:p>
        </p:txBody>
      </p:sp>
      <p:pic>
        <p:nvPicPr>
          <p:cNvPr id="36" name="Imagem 35" descr="Baixar Lugar De Estacionamento Icon em SVG, PNG para Mapas e navegação |  IconScout">
            <a:extLst>
              <a:ext uri="{FF2B5EF4-FFF2-40B4-BE49-F238E27FC236}">
                <a16:creationId xmlns:a16="http://schemas.microsoft.com/office/drawing/2014/main" id="{B570F6C1-36AE-8663-13A4-9BA8EAD89C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3287" y="4201160"/>
            <a:ext cx="1615440" cy="1615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/>
              <a:t>O que inclui e o que fica de fora</a:t>
            </a:r>
          </a:p>
        </p:txBody>
      </p:sp>
      <p:sp>
        <p:nvSpPr>
          <p:cNvPr id="3" name="Cartão âmbito 1"/>
          <p:cNvSpPr/>
          <p:nvPr/>
        </p:nvSpPr>
        <p:spPr>
          <a:xfrm>
            <a:off x="721360" y="2580640"/>
            <a:ext cx="3514344" cy="4251960"/>
          </a:xfrm>
          <a:prstGeom prst="roundRect">
            <a:avLst>
              <a:gd name="adj" fmla="val 3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Etiqueta âmbito 1"/>
          <p:cNvSpPr/>
          <p:nvPr/>
        </p:nvSpPr>
        <p:spPr>
          <a:xfrm>
            <a:off x="995680" y="2854960"/>
            <a:ext cx="2965704" cy="502920"/>
          </a:xfrm>
          <a:prstGeom prst="roundRect">
            <a:avLst>
              <a:gd name="adj" fmla="val 2727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o etiqueta 1"/>
          <p:cNvSpPr txBox="1"/>
          <p:nvPr/>
        </p:nvSpPr>
        <p:spPr>
          <a:xfrm>
            <a:off x="995680" y="285496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</a:rPr>
              <a:t>Essencial</a:t>
            </a:r>
            <a:endParaRPr lang="en-US" sz="1800"/>
          </a:p>
        </p:txBody>
      </p:sp>
      <p:sp>
        <p:nvSpPr>
          <p:cNvPr id="6" name="Lista âmbito 1"/>
          <p:cNvSpPr txBox="1"/>
          <p:nvPr/>
        </p:nvSpPr>
        <p:spPr>
          <a:xfrm>
            <a:off x="995680" y="3632200"/>
            <a:ext cx="29657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/>
              <a:t>Registo e entrada de condutores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/>
              <a:t>Ver vagas livres</a:t>
            </a:r>
            <a:endParaRPr lang="en-US" sz="1600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err="1"/>
              <a:t>QR code ou senha à chegada</a:t>
            </a:r>
            <a:endParaRPr lang="en-US" sz="1600" err="1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/>
              <a:t>Cancela simulada</a:t>
            </a:r>
            <a:endParaRPr lang="en-US" sz="1600" err="1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/>
              <a:t>Vaga indicada ao condutor</a:t>
            </a:r>
            <a:endParaRPr lang="en-US" sz="1600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err="1"/>
              <a:t>Gestão das vagas e da ocupação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7" name="Cartão âmbito 2"/>
          <p:cNvSpPr/>
          <p:nvPr/>
        </p:nvSpPr>
        <p:spPr>
          <a:xfrm>
            <a:off x="4510024" y="2580640"/>
            <a:ext cx="3514344" cy="4251960"/>
          </a:xfrm>
          <a:prstGeom prst="roundRect">
            <a:avLst>
              <a:gd name="adj" fmla="val 3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Etiqueta âmbito 2"/>
          <p:cNvSpPr/>
          <p:nvPr/>
        </p:nvSpPr>
        <p:spPr>
          <a:xfrm>
            <a:off x="4784344" y="2854960"/>
            <a:ext cx="2965704" cy="502920"/>
          </a:xfrm>
          <a:prstGeom prst="roundRect">
            <a:avLst>
              <a:gd name="adj" fmla="val 27273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o etiqueta 2"/>
          <p:cNvSpPr txBox="1"/>
          <p:nvPr/>
        </p:nvSpPr>
        <p:spPr>
          <a:xfrm>
            <a:off x="4784344" y="285496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</a:rPr>
              <a:t>Se houver tempo</a:t>
            </a:r>
            <a:endParaRPr lang="en-US" sz="1800"/>
          </a:p>
        </p:txBody>
      </p:sp>
      <p:sp>
        <p:nvSpPr>
          <p:cNvPr id="10" name="Lista âmbito 2"/>
          <p:cNvSpPr txBox="1"/>
          <p:nvPr/>
        </p:nvSpPr>
        <p:spPr>
          <a:xfrm>
            <a:off x="4784344" y="3632200"/>
            <a:ext cx="29657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chemeClr val="tx1"/>
                </a:solidFill>
              </a:rPr>
              <a:t>Código da empresa para os funcionários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chemeClr val="tx1"/>
                </a:solidFill>
              </a:rPr>
              <a:t>Pedir outra vaga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chemeClr val="tx1"/>
                </a:solidFill>
              </a:rPr>
              <a:t>Localização do estacionamento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chemeClr val="tx1"/>
                </a:solidFill>
              </a:rPr>
              <a:t>Registo de entradas e saídas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chemeClr val="tx1"/>
                </a:solidFill>
              </a:rPr>
              <a:t>Corrigir uma vaga à mão</a:t>
            </a:r>
            <a:endParaRPr lang="en-US" sz="1600"/>
          </a:p>
        </p:txBody>
      </p:sp>
      <p:sp>
        <p:nvSpPr>
          <p:cNvPr id="11" name="Cartão âmbito 3"/>
          <p:cNvSpPr/>
          <p:nvPr/>
        </p:nvSpPr>
        <p:spPr>
          <a:xfrm>
            <a:off x="8298688" y="2580640"/>
            <a:ext cx="3514344" cy="4251960"/>
          </a:xfrm>
          <a:prstGeom prst="roundRect">
            <a:avLst>
              <a:gd name="adj" fmla="val 3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Etiqueta âmbito 3"/>
          <p:cNvSpPr/>
          <p:nvPr/>
        </p:nvSpPr>
        <p:spPr>
          <a:xfrm>
            <a:off x="8573008" y="2854960"/>
            <a:ext cx="2965704" cy="502920"/>
          </a:xfrm>
          <a:prstGeom prst="roundRect">
            <a:avLst>
              <a:gd name="adj" fmla="val 2727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o etiqueta 3"/>
          <p:cNvSpPr txBox="1"/>
          <p:nvPr/>
        </p:nvSpPr>
        <p:spPr>
          <a:xfrm>
            <a:off x="8573008" y="285496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</a:rPr>
              <a:t>Fica de fora</a:t>
            </a:r>
            <a:endParaRPr lang="en-US" sz="1800"/>
          </a:p>
        </p:txBody>
      </p:sp>
      <p:sp>
        <p:nvSpPr>
          <p:cNvPr id="14" name="Lista âmbito 3"/>
          <p:cNvSpPr txBox="1"/>
          <p:nvPr/>
        </p:nvSpPr>
        <p:spPr>
          <a:xfrm>
            <a:off x="8573008" y="3632200"/>
            <a:ext cx="29657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/>
              <a:t>Cancela e câmaras reais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err="1"/>
              <a:t>Reservas e pagamentos</a:t>
            </a:r>
            <a:endParaRPr lang="en-US" sz="1600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/>
              <a:t>Leitura de matrículas</a:t>
            </a:r>
            <a:endParaRPr lang="en-US" sz="1600" err="1">
              <a:ea typeface="Calibri"/>
              <a:cs typeface="Calibri"/>
            </a:endParaRPr>
          </a:p>
        </p:txBody>
      </p:sp>
      <p:pic>
        <p:nvPicPr>
          <p:cNvPr id="17" name="Picture 16" descr="Sem Logotipo De Estacionamento Png">
            <a:extLst>
              <a:ext uri="{FF2B5EF4-FFF2-40B4-BE49-F238E27FC236}">
                <a16:creationId xmlns:a16="http://schemas.microsoft.com/office/drawing/2014/main" id="{E336C55C-EDD5-59E8-4C51-E05119831E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56" b="-658"/>
          <a:stretch>
            <a:fillRect/>
          </a:stretch>
        </p:blipFill>
        <p:spPr>
          <a:xfrm>
            <a:off x="9178290" y="458152"/>
            <a:ext cx="2867668" cy="1562789"/>
          </a:xfrm>
          <a:prstGeom prst="rect">
            <a:avLst/>
          </a:prstGeom>
        </p:spPr>
      </p:pic>
      <p:pic>
        <p:nvPicPr>
          <p:cNvPr id="19" name="Picture 34">
            <a:extLst>
              <a:ext uri="{FF2B5EF4-FFF2-40B4-BE49-F238E27FC236}">
                <a16:creationId xmlns:a16="http://schemas.microsoft.com/office/drawing/2014/main" id="{3951F4D1-F443-2F05-A4F4-427E74B46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5078" y="634736"/>
            <a:ext cx="1887220" cy="1660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essoa 1">
            <a:extLst>
              <a:ext uri="{FF2B5EF4-FFF2-40B4-BE49-F238E27FC236}">
                <a16:creationId xmlns:a16="http://schemas.microsoft.com/office/drawing/2014/main" id="{ED52AB46-A9D5-70BD-894E-5931D07E50E5}"/>
              </a:ext>
            </a:extLst>
          </p:cNvPr>
          <p:cNvSpPr/>
          <p:nvPr/>
        </p:nvSpPr>
        <p:spPr>
          <a:xfrm>
            <a:off x="5504688" y="5563126"/>
            <a:ext cx="6035040" cy="109728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2" name="Pessoa 2">
            <a:extLst>
              <a:ext uri="{FF2B5EF4-FFF2-40B4-BE49-F238E27FC236}">
                <a16:creationId xmlns:a16="http://schemas.microsoft.com/office/drawing/2014/main" id="{F0032E44-93D5-35A5-7200-809C187A419B}"/>
              </a:ext>
            </a:extLst>
          </p:cNvPr>
          <p:cNvSpPr/>
          <p:nvPr/>
        </p:nvSpPr>
        <p:spPr>
          <a:xfrm>
            <a:off x="5504688" y="1459589"/>
            <a:ext cx="6035040" cy="3938821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3" name="Text 0">
            <a:extLst>
              <a:ext uri="{FF2B5EF4-FFF2-40B4-BE49-F238E27FC236}">
                <a16:creationId xmlns:a16="http://schemas.microsoft.com/office/drawing/2014/main" id="{69380D68-0672-1F92-EC25-7EF4E0C7E62D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41248" y="29819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 err="1">
                <a:solidFill>
                  <a:schemeClr val="tx1"/>
                </a:solidFill>
              </a:rPr>
              <a:t>Equipa</a:t>
            </a:r>
            <a:r>
              <a:rPr lang="en-US" sz="3800" b="1" dirty="0">
                <a:solidFill>
                  <a:schemeClr val="tx1"/>
                </a:solidFill>
              </a:rPr>
              <a:t> e </a:t>
            </a:r>
            <a:r>
              <a:rPr lang="en-US" sz="3800" b="1" dirty="0" err="1">
                <a:solidFill>
                  <a:schemeClr val="tx1"/>
                </a:solidFill>
              </a:rPr>
              <a:t>tecnologias</a:t>
            </a:r>
            <a:endParaRPr lang="en-US" sz="3800" dirty="0"/>
          </a:p>
        </p:txBody>
      </p:sp>
      <p:sp>
        <p:nvSpPr>
          <p:cNvPr id="104" name="Título equipa">
            <a:extLst>
              <a:ext uri="{FF2B5EF4-FFF2-40B4-BE49-F238E27FC236}">
                <a16:creationId xmlns:a16="http://schemas.microsoft.com/office/drawing/2014/main" id="{47C8959C-3E0D-5EA1-4530-44B25445161E}"/>
              </a:ext>
            </a:extLst>
          </p:cNvPr>
          <p:cNvSpPr txBox="1"/>
          <p:nvPr/>
        </p:nvSpPr>
        <p:spPr>
          <a:xfrm>
            <a:off x="841248" y="1688189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chemeClr val="accent1"/>
                </a:solidFill>
              </a:rPr>
              <a:t>Equipa</a:t>
            </a:r>
            <a:endParaRPr lang="en-US" sz="2200"/>
          </a:p>
        </p:txBody>
      </p:sp>
      <p:sp>
        <p:nvSpPr>
          <p:cNvPr id="105" name="Pessoa 1">
            <a:extLst>
              <a:ext uri="{FF2B5EF4-FFF2-40B4-BE49-F238E27FC236}">
                <a16:creationId xmlns:a16="http://schemas.microsoft.com/office/drawing/2014/main" id="{0459F611-ED5F-82B0-8905-54A81DF00190}"/>
              </a:ext>
            </a:extLst>
          </p:cNvPr>
          <p:cNvSpPr/>
          <p:nvPr/>
        </p:nvSpPr>
        <p:spPr>
          <a:xfrm>
            <a:off x="841248" y="2236829"/>
            <a:ext cx="4572000" cy="109728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6" name="[Nome 1] círculo">
            <a:extLst>
              <a:ext uri="{FF2B5EF4-FFF2-40B4-BE49-F238E27FC236}">
                <a16:creationId xmlns:a16="http://schemas.microsoft.com/office/drawing/2014/main" id="{0C7B4DAD-690C-0410-9465-E73EC70C20A6}"/>
              </a:ext>
            </a:extLst>
          </p:cNvPr>
          <p:cNvSpPr/>
          <p:nvPr/>
        </p:nvSpPr>
        <p:spPr>
          <a:xfrm>
            <a:off x="1115568" y="2511149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7" name="[Nome 1] ícone" descr="[Nome 1]">
            <a:extLst>
              <a:ext uri="{FF2B5EF4-FFF2-40B4-BE49-F238E27FC236}">
                <a16:creationId xmlns:a16="http://schemas.microsoft.com/office/drawing/2014/main" id="{7FC3D1AC-A494-7299-4FC8-465CBBF50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2648309"/>
            <a:ext cx="274320" cy="274320"/>
          </a:xfrm>
          <a:prstGeom prst="rect">
            <a:avLst/>
          </a:prstGeom>
        </p:spPr>
      </p:pic>
      <p:sp>
        <p:nvSpPr>
          <p:cNvPr id="108" name="Nome 1">
            <a:extLst>
              <a:ext uri="{FF2B5EF4-FFF2-40B4-BE49-F238E27FC236}">
                <a16:creationId xmlns:a16="http://schemas.microsoft.com/office/drawing/2014/main" id="{1049D216-1E5C-872B-61AF-06CE7A1AF967}"/>
              </a:ext>
            </a:extLst>
          </p:cNvPr>
          <p:cNvSpPr txBox="1"/>
          <p:nvPr/>
        </p:nvSpPr>
        <p:spPr>
          <a:xfrm>
            <a:off x="1892808" y="2651357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/>
              <a:t>Ygor Eto</a:t>
            </a:r>
            <a:endParaRPr lang="en-US" sz="1800"/>
          </a:p>
        </p:txBody>
      </p:sp>
      <p:sp>
        <p:nvSpPr>
          <p:cNvPr id="109" name="Pessoa 2">
            <a:extLst>
              <a:ext uri="{FF2B5EF4-FFF2-40B4-BE49-F238E27FC236}">
                <a16:creationId xmlns:a16="http://schemas.microsoft.com/office/drawing/2014/main" id="{71770FBC-8501-0B9F-62DE-7042408776C7}"/>
              </a:ext>
            </a:extLst>
          </p:cNvPr>
          <p:cNvSpPr/>
          <p:nvPr/>
        </p:nvSpPr>
        <p:spPr>
          <a:xfrm>
            <a:off x="841248" y="3516989"/>
            <a:ext cx="4572000" cy="109728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0" name="[Nome 2] círculo">
            <a:extLst>
              <a:ext uri="{FF2B5EF4-FFF2-40B4-BE49-F238E27FC236}">
                <a16:creationId xmlns:a16="http://schemas.microsoft.com/office/drawing/2014/main" id="{55E598AF-CB7E-A040-8A7B-D5A736BA58B3}"/>
              </a:ext>
            </a:extLst>
          </p:cNvPr>
          <p:cNvSpPr/>
          <p:nvPr/>
        </p:nvSpPr>
        <p:spPr>
          <a:xfrm>
            <a:off x="1115568" y="3791309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1" name="[Nome 2] ícone" descr="[Nome 2]">
            <a:extLst>
              <a:ext uri="{FF2B5EF4-FFF2-40B4-BE49-F238E27FC236}">
                <a16:creationId xmlns:a16="http://schemas.microsoft.com/office/drawing/2014/main" id="{E4E3A2EE-6423-8DB8-1E39-FF4EBD1AB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3928469"/>
            <a:ext cx="274320" cy="274320"/>
          </a:xfrm>
          <a:prstGeom prst="rect">
            <a:avLst/>
          </a:prstGeom>
        </p:spPr>
      </p:pic>
      <p:sp>
        <p:nvSpPr>
          <p:cNvPr id="112" name="Nome 2">
            <a:extLst>
              <a:ext uri="{FF2B5EF4-FFF2-40B4-BE49-F238E27FC236}">
                <a16:creationId xmlns:a16="http://schemas.microsoft.com/office/drawing/2014/main" id="{1346F428-86DB-168F-20AD-82BAAC8B02E0}"/>
              </a:ext>
            </a:extLst>
          </p:cNvPr>
          <p:cNvSpPr txBox="1"/>
          <p:nvPr/>
        </p:nvSpPr>
        <p:spPr>
          <a:xfrm>
            <a:off x="1892808" y="3880717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/>
              <a:t>Lucas Santos</a:t>
            </a:r>
            <a:endParaRPr lang="en-US" sz="1800"/>
          </a:p>
        </p:txBody>
      </p:sp>
      <p:sp>
        <p:nvSpPr>
          <p:cNvPr id="113" name="Título tecnologias">
            <a:extLst>
              <a:ext uri="{FF2B5EF4-FFF2-40B4-BE49-F238E27FC236}">
                <a16:creationId xmlns:a16="http://schemas.microsoft.com/office/drawing/2014/main" id="{AB712831-E87B-99E1-5D3D-56F4C1D262DE}"/>
              </a:ext>
            </a:extLst>
          </p:cNvPr>
          <p:cNvSpPr txBox="1"/>
          <p:nvPr/>
        </p:nvSpPr>
        <p:spPr>
          <a:xfrm>
            <a:off x="5870448" y="1688189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err="1">
                <a:solidFill>
                  <a:schemeClr val="accent1"/>
                </a:solidFill>
              </a:rPr>
              <a:t>Tecnologias</a:t>
            </a:r>
            <a:endParaRPr lang="en-US" sz="2200"/>
          </a:p>
        </p:txBody>
      </p:sp>
      <p:sp>
        <p:nvSpPr>
          <p:cNvPr id="114" name="Tech rótulo 1">
            <a:extLst>
              <a:ext uri="{FF2B5EF4-FFF2-40B4-BE49-F238E27FC236}">
                <a16:creationId xmlns:a16="http://schemas.microsoft.com/office/drawing/2014/main" id="{4F9B6FC3-5251-B293-C6F9-316C150ABC3A}"/>
              </a:ext>
            </a:extLst>
          </p:cNvPr>
          <p:cNvSpPr txBox="1"/>
          <p:nvPr/>
        </p:nvSpPr>
        <p:spPr>
          <a:xfrm>
            <a:off x="5870448" y="2236829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tx1"/>
                </a:solidFill>
              </a:rPr>
              <a:t>Frontend</a:t>
            </a:r>
            <a:endParaRPr lang="en-US" sz="1600"/>
          </a:p>
        </p:txBody>
      </p:sp>
      <p:sp>
        <p:nvSpPr>
          <p:cNvPr id="115" name="Tech valor 1">
            <a:extLst>
              <a:ext uri="{FF2B5EF4-FFF2-40B4-BE49-F238E27FC236}">
                <a16:creationId xmlns:a16="http://schemas.microsoft.com/office/drawing/2014/main" id="{796F06BC-1FDE-1135-6AE8-195906756B4D}"/>
              </a:ext>
            </a:extLst>
          </p:cNvPr>
          <p:cNvSpPr txBox="1"/>
          <p:nvPr/>
        </p:nvSpPr>
        <p:spPr>
          <a:xfrm>
            <a:off x="7790688" y="2236829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HTML, JavaScript, CSS e Bootstrap</a:t>
            </a:r>
            <a:endParaRPr lang="en-US" sz="1600"/>
          </a:p>
        </p:txBody>
      </p:sp>
      <p:sp>
        <p:nvSpPr>
          <p:cNvPr id="116" name="Tech rótulo 2">
            <a:extLst>
              <a:ext uri="{FF2B5EF4-FFF2-40B4-BE49-F238E27FC236}">
                <a16:creationId xmlns:a16="http://schemas.microsoft.com/office/drawing/2014/main" id="{95886DD6-FBDE-577C-0CC3-1CC00E4A17BB}"/>
              </a:ext>
            </a:extLst>
          </p:cNvPr>
          <p:cNvSpPr txBox="1"/>
          <p:nvPr/>
        </p:nvSpPr>
        <p:spPr>
          <a:xfrm>
            <a:off x="5870448" y="2739749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tx1"/>
                </a:solidFill>
              </a:rPr>
              <a:t>Design</a:t>
            </a:r>
            <a:endParaRPr lang="en-US" sz="1600"/>
          </a:p>
        </p:txBody>
      </p:sp>
      <p:sp>
        <p:nvSpPr>
          <p:cNvPr id="117" name="Tech valor 2">
            <a:extLst>
              <a:ext uri="{FF2B5EF4-FFF2-40B4-BE49-F238E27FC236}">
                <a16:creationId xmlns:a16="http://schemas.microsoft.com/office/drawing/2014/main" id="{B3A0AB95-4EB7-EABF-B109-955ED1010835}"/>
              </a:ext>
            </a:extLst>
          </p:cNvPr>
          <p:cNvSpPr txBox="1"/>
          <p:nvPr/>
        </p:nvSpPr>
        <p:spPr>
          <a:xfrm>
            <a:off x="7790688" y="2739749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Figma</a:t>
            </a:r>
            <a:endParaRPr lang="en-US" sz="1600"/>
          </a:p>
        </p:txBody>
      </p:sp>
      <p:sp>
        <p:nvSpPr>
          <p:cNvPr id="118" name="Tech rótulo 3">
            <a:extLst>
              <a:ext uri="{FF2B5EF4-FFF2-40B4-BE49-F238E27FC236}">
                <a16:creationId xmlns:a16="http://schemas.microsoft.com/office/drawing/2014/main" id="{A4083944-566B-B02C-5136-0C4F2D1D4524}"/>
              </a:ext>
            </a:extLst>
          </p:cNvPr>
          <p:cNvSpPr txBox="1"/>
          <p:nvPr/>
        </p:nvSpPr>
        <p:spPr>
          <a:xfrm>
            <a:off x="5870448" y="3242669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tx1"/>
                </a:solidFill>
              </a:rPr>
              <a:t>Backend</a:t>
            </a:r>
            <a:endParaRPr lang="en-US" sz="1600"/>
          </a:p>
        </p:txBody>
      </p:sp>
      <p:sp>
        <p:nvSpPr>
          <p:cNvPr id="119" name="Tech valor 3">
            <a:extLst>
              <a:ext uri="{FF2B5EF4-FFF2-40B4-BE49-F238E27FC236}">
                <a16:creationId xmlns:a16="http://schemas.microsoft.com/office/drawing/2014/main" id="{130CE97C-079A-2C65-E67D-C390ED58D822}"/>
              </a:ext>
            </a:extLst>
          </p:cNvPr>
          <p:cNvSpPr txBox="1"/>
          <p:nvPr/>
        </p:nvSpPr>
        <p:spPr>
          <a:xfrm>
            <a:off x="7790688" y="3242669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PHP</a:t>
            </a:r>
            <a:endParaRPr lang="en-US" sz="1600"/>
          </a:p>
        </p:txBody>
      </p:sp>
      <p:sp>
        <p:nvSpPr>
          <p:cNvPr id="120" name="Tech rótulo 4">
            <a:extLst>
              <a:ext uri="{FF2B5EF4-FFF2-40B4-BE49-F238E27FC236}">
                <a16:creationId xmlns:a16="http://schemas.microsoft.com/office/drawing/2014/main" id="{4A76CFDD-D16C-1178-0AA9-D995B6515E0C}"/>
              </a:ext>
            </a:extLst>
          </p:cNvPr>
          <p:cNvSpPr txBox="1"/>
          <p:nvPr/>
        </p:nvSpPr>
        <p:spPr>
          <a:xfrm>
            <a:off x="5870448" y="3745589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tx1"/>
                </a:solidFill>
              </a:rPr>
              <a:t>Base de dados</a:t>
            </a:r>
            <a:endParaRPr lang="en-US" sz="1600"/>
          </a:p>
        </p:txBody>
      </p:sp>
      <p:sp>
        <p:nvSpPr>
          <p:cNvPr id="121" name="Tech valor 4">
            <a:extLst>
              <a:ext uri="{FF2B5EF4-FFF2-40B4-BE49-F238E27FC236}">
                <a16:creationId xmlns:a16="http://schemas.microsoft.com/office/drawing/2014/main" id="{487C8299-7D8C-FA1D-B148-B236B95BDF5D}"/>
              </a:ext>
            </a:extLst>
          </p:cNvPr>
          <p:cNvSpPr txBox="1"/>
          <p:nvPr/>
        </p:nvSpPr>
        <p:spPr>
          <a:xfrm>
            <a:off x="7790688" y="3745589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MySQL</a:t>
            </a:r>
            <a:endParaRPr lang="en-US" sz="1600"/>
          </a:p>
        </p:txBody>
      </p:sp>
      <p:sp>
        <p:nvSpPr>
          <p:cNvPr id="122" name="Tech rótulo 5">
            <a:extLst>
              <a:ext uri="{FF2B5EF4-FFF2-40B4-BE49-F238E27FC236}">
                <a16:creationId xmlns:a16="http://schemas.microsoft.com/office/drawing/2014/main" id="{E25481C3-C99A-8C98-610F-B57E91DB9C2D}"/>
              </a:ext>
            </a:extLst>
          </p:cNvPr>
          <p:cNvSpPr txBox="1"/>
          <p:nvPr/>
        </p:nvSpPr>
        <p:spPr>
          <a:xfrm>
            <a:off x="5870448" y="4248509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chemeClr val="tx1"/>
                </a:solidFill>
              </a:rPr>
              <a:t>Repositório</a:t>
            </a:r>
            <a:endParaRPr lang="en-US" sz="1600"/>
          </a:p>
        </p:txBody>
      </p:sp>
      <p:sp>
        <p:nvSpPr>
          <p:cNvPr id="123" name="Tech valor 5">
            <a:extLst>
              <a:ext uri="{FF2B5EF4-FFF2-40B4-BE49-F238E27FC236}">
                <a16:creationId xmlns:a16="http://schemas.microsoft.com/office/drawing/2014/main" id="{F967A7A9-B709-2F0C-4638-73A25DD108FA}"/>
              </a:ext>
            </a:extLst>
          </p:cNvPr>
          <p:cNvSpPr txBox="1"/>
          <p:nvPr/>
        </p:nvSpPr>
        <p:spPr>
          <a:xfrm>
            <a:off x="7790688" y="4248509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Git e GitHub</a:t>
            </a:r>
            <a:endParaRPr lang="en-US" sz="1600"/>
          </a:p>
        </p:txBody>
      </p:sp>
      <p:sp>
        <p:nvSpPr>
          <p:cNvPr id="124" name="Tech rótulo 5">
            <a:extLst>
              <a:ext uri="{FF2B5EF4-FFF2-40B4-BE49-F238E27FC236}">
                <a16:creationId xmlns:a16="http://schemas.microsoft.com/office/drawing/2014/main" id="{6D86CF64-727A-F847-4C70-2A67BD6250BB}"/>
              </a:ext>
            </a:extLst>
          </p:cNvPr>
          <p:cNvSpPr txBox="1"/>
          <p:nvPr/>
        </p:nvSpPr>
        <p:spPr>
          <a:xfrm>
            <a:off x="5870448" y="47036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/>
              <a:t>Apoio</a:t>
            </a:r>
            <a:endParaRPr lang="en-US" sz="1600" err="1"/>
          </a:p>
        </p:txBody>
      </p:sp>
      <p:sp>
        <p:nvSpPr>
          <p:cNvPr id="125" name="Tech valor 5">
            <a:extLst>
              <a:ext uri="{FF2B5EF4-FFF2-40B4-BE49-F238E27FC236}">
                <a16:creationId xmlns:a16="http://schemas.microsoft.com/office/drawing/2014/main" id="{9868DDC8-5685-D7E6-322F-5BB8316DEF8F}"/>
              </a:ext>
            </a:extLst>
          </p:cNvPr>
          <p:cNvSpPr txBox="1"/>
          <p:nvPr/>
        </p:nvSpPr>
        <p:spPr>
          <a:xfrm>
            <a:off x="7790688" y="47036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err="1">
                <a:solidFill>
                  <a:schemeClr val="tx2"/>
                </a:solidFill>
              </a:rPr>
              <a:t>Inteligência</a:t>
            </a:r>
            <a:r>
              <a:rPr lang="en-US" sz="1600">
                <a:solidFill>
                  <a:schemeClr val="tx2"/>
                </a:solidFill>
              </a:rPr>
              <a:t> artificial</a:t>
            </a:r>
            <a:endParaRPr lang="en-US" sz="1600"/>
          </a:p>
        </p:txBody>
      </p:sp>
      <p:pic>
        <p:nvPicPr>
          <p:cNvPr id="126" name="Picture 35" descr="Github Logo PNG Images Transparent Free Download">
            <a:extLst>
              <a:ext uri="{FF2B5EF4-FFF2-40B4-BE49-F238E27FC236}">
                <a16:creationId xmlns:a16="http://schemas.microsoft.com/office/drawing/2014/main" id="{7A742069-F72E-6A4D-67F7-F5C9E50CE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6886" y="4234760"/>
            <a:ext cx="780403" cy="438977"/>
          </a:xfrm>
          <a:prstGeom prst="rect">
            <a:avLst/>
          </a:prstGeom>
        </p:spPr>
      </p:pic>
      <p:pic>
        <p:nvPicPr>
          <p:cNvPr id="127" name="Imagem 126" descr="Figma Logo Square Outline Icon Figma App Editable Transparent Background  Premium Social Media Design for Digital Download. 65386863 PNG">
            <a:extLst>
              <a:ext uri="{FF2B5EF4-FFF2-40B4-BE49-F238E27FC236}">
                <a16:creationId xmlns:a16="http://schemas.microsoft.com/office/drawing/2014/main" id="{F4023026-D21B-AB3B-5525-7CECAE05F7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6886" y="2564848"/>
            <a:ext cx="789174" cy="789174"/>
          </a:xfrm>
          <a:prstGeom prst="rect">
            <a:avLst/>
          </a:prstGeom>
        </p:spPr>
      </p:pic>
      <p:pic>
        <p:nvPicPr>
          <p:cNvPr id="128" name="Picture 36" descr="Mysql Logo Png">
            <a:extLst>
              <a:ext uri="{FF2B5EF4-FFF2-40B4-BE49-F238E27FC236}">
                <a16:creationId xmlns:a16="http://schemas.microsoft.com/office/drawing/2014/main" id="{7B4BF3F2-2EA6-088B-5EEA-EA1546DEA1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9573" y="3713815"/>
            <a:ext cx="475028" cy="475028"/>
          </a:xfrm>
          <a:prstGeom prst="rect">
            <a:avLst/>
          </a:prstGeom>
        </p:spPr>
      </p:pic>
      <p:pic>
        <p:nvPicPr>
          <p:cNvPr id="129" name="Imagem 128" descr="Atenção Icon PNGs para download gratuito">
            <a:extLst>
              <a:ext uri="{FF2B5EF4-FFF2-40B4-BE49-F238E27FC236}">
                <a16:creationId xmlns:a16="http://schemas.microsoft.com/office/drawing/2014/main" id="{FDD5FD58-7021-A4FE-ABF7-D2315CCECA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1016" y="5718331"/>
            <a:ext cx="669968" cy="669968"/>
          </a:xfrm>
          <a:prstGeom prst="rect">
            <a:avLst/>
          </a:prstGeom>
        </p:spPr>
      </p:pic>
      <p:pic>
        <p:nvPicPr>
          <p:cNvPr id="130" name="Picture 39" descr="Download HD Html Css Icon Png Transparent PNG Image - NicePNG.com">
            <a:extLst>
              <a:ext uri="{FF2B5EF4-FFF2-40B4-BE49-F238E27FC236}">
                <a16:creationId xmlns:a16="http://schemas.microsoft.com/office/drawing/2014/main" id="{6E60E19F-2507-AB12-E52C-4FDE4695CD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9539" y="1601218"/>
            <a:ext cx="1759212" cy="638463"/>
          </a:xfrm>
          <a:prstGeom prst="rect">
            <a:avLst/>
          </a:prstGeom>
        </p:spPr>
      </p:pic>
      <p:pic>
        <p:nvPicPr>
          <p:cNvPr id="131" name="Imagem 130" descr="PHP Logo PNG Vector (SVG) Free Download">
            <a:extLst>
              <a:ext uri="{FF2B5EF4-FFF2-40B4-BE49-F238E27FC236}">
                <a16:creationId xmlns:a16="http://schemas.microsoft.com/office/drawing/2014/main" id="{2F77A14A-404C-C436-A8FF-6DE002F012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9573" y="3247072"/>
            <a:ext cx="414069" cy="414069"/>
          </a:xfrm>
          <a:prstGeom prst="rect">
            <a:avLst/>
          </a:prstGeom>
        </p:spPr>
      </p:pic>
      <p:pic>
        <p:nvPicPr>
          <p:cNvPr id="132" name="Imagem 131" descr="Bootstrap logo thumbnail transparent PNG - StickPNG">
            <a:extLst>
              <a:ext uri="{FF2B5EF4-FFF2-40B4-BE49-F238E27FC236}">
                <a16:creationId xmlns:a16="http://schemas.microsoft.com/office/drawing/2014/main" id="{00A26F4E-4491-1117-D882-FC1C4354E1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95111" y="2182221"/>
            <a:ext cx="548587" cy="548587"/>
          </a:xfrm>
          <a:prstGeom prst="rect">
            <a:avLst/>
          </a:prstGeom>
        </p:spPr>
      </p:pic>
      <p:sp>
        <p:nvSpPr>
          <p:cNvPr id="134" name="CaixaDeTexto 133">
            <a:extLst>
              <a:ext uri="{FF2B5EF4-FFF2-40B4-BE49-F238E27FC236}">
                <a16:creationId xmlns:a16="http://schemas.microsoft.com/office/drawing/2014/main" id="{92440255-19B0-A3D3-ED19-838A0929A129}"/>
              </a:ext>
            </a:extLst>
          </p:cNvPr>
          <p:cNvSpPr txBox="1"/>
          <p:nvPr/>
        </p:nvSpPr>
        <p:spPr>
          <a:xfrm>
            <a:off x="6488871" y="5736841"/>
            <a:ext cx="4206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Ao </a:t>
            </a:r>
            <a:r>
              <a:rPr lang="en-US" sz="1600" b="1" dirty="0" err="1"/>
              <a:t>longo</a:t>
            </a:r>
            <a:r>
              <a:rPr lang="en-US" sz="1600" b="1" dirty="0"/>
              <a:t> do </a:t>
            </a:r>
            <a:r>
              <a:rPr lang="en-US" sz="1600" b="1" dirty="0" err="1"/>
              <a:t>projeto</a:t>
            </a:r>
            <a:r>
              <a:rPr lang="en-US" sz="1600" b="1" dirty="0"/>
              <a:t> </a:t>
            </a:r>
            <a:r>
              <a:rPr lang="en-US" sz="1600" b="1" dirty="0" err="1"/>
              <a:t>outras</a:t>
            </a:r>
            <a:r>
              <a:rPr lang="en-US" sz="1600" b="1" dirty="0"/>
              <a:t> </a:t>
            </a:r>
            <a:r>
              <a:rPr lang="en-US" sz="1600" b="1" dirty="0" err="1"/>
              <a:t>tecnologias</a:t>
            </a:r>
            <a:r>
              <a:rPr lang="en-US" sz="1600" b="1" dirty="0"/>
              <a:t> </a:t>
            </a:r>
            <a:r>
              <a:rPr lang="en-US" sz="1600" b="1" dirty="0" err="1"/>
              <a:t>serão</a:t>
            </a:r>
            <a:r>
              <a:rPr lang="en-US" sz="1600" b="1" dirty="0"/>
              <a:t> </a:t>
            </a:r>
            <a:r>
              <a:rPr lang="en-US" sz="1600" b="1" dirty="0" err="1"/>
              <a:t>utilizadas</a:t>
            </a:r>
            <a:r>
              <a:rPr lang="en-US" sz="1600" b="1" dirty="0"/>
              <a:t>.</a:t>
            </a:r>
            <a:endParaRPr lang="en-US" sz="1600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>
                <a:solidFill>
                  <a:schemeClr val="bg1"/>
                </a:solidFill>
              </a:rPr>
              <a:t>Limites desta versão e próximo passo</a:t>
            </a:r>
            <a:endParaRPr lang="en-US" sz="3800"/>
          </a:p>
        </p:txBody>
      </p:sp>
      <p:sp>
        <p:nvSpPr>
          <p:cNvPr id="3" name="Cartão riscos"/>
          <p:cNvSpPr/>
          <p:nvPr/>
        </p:nvSpPr>
        <p:spPr>
          <a:xfrm>
            <a:off x="548640" y="2286000"/>
            <a:ext cx="5669280" cy="3566160"/>
          </a:xfrm>
          <a:prstGeom prst="roundRect">
            <a:avLst>
              <a:gd name="adj" fmla="val 3846"/>
            </a:avLst>
          </a:prstGeom>
          <a:solidFill>
            <a:srgbClr val="1F31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ítulo riscos"/>
          <p:cNvSpPr txBox="1"/>
          <p:nvPr/>
        </p:nvSpPr>
        <p:spPr>
          <a:xfrm>
            <a:off x="746760" y="2540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chemeClr val="accent2"/>
                </a:solidFill>
              </a:rPr>
              <a:t>Limites desta versão</a:t>
            </a:r>
            <a:endParaRPr lang="en-US" sz="2200"/>
          </a:p>
        </p:txBody>
      </p:sp>
      <p:sp>
        <p:nvSpPr>
          <p:cNvPr id="5" name="Lista riscos"/>
          <p:cNvSpPr txBox="1"/>
          <p:nvPr/>
        </p:nvSpPr>
        <p:spPr>
          <a:xfrm>
            <a:off x="746760" y="329184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 </a:t>
            </a:r>
            <a:r>
              <a:rPr lang="en-US" sz="1800" dirty="0" err="1">
                <a:solidFill>
                  <a:schemeClr val="bg1"/>
                </a:solidFill>
              </a:rPr>
              <a:t>cancela</a:t>
            </a:r>
            <a:r>
              <a:rPr lang="en-US" sz="1800" dirty="0">
                <a:solidFill>
                  <a:schemeClr val="bg1"/>
                </a:solidFill>
              </a:rPr>
              <a:t> é </a:t>
            </a:r>
            <a:r>
              <a:rPr lang="en-US" sz="1800" dirty="0" err="1">
                <a:solidFill>
                  <a:schemeClr val="bg1"/>
                </a:solidFill>
              </a:rPr>
              <a:t>simulada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na</a:t>
            </a:r>
            <a:r>
              <a:rPr lang="en-US" sz="1800" dirty="0">
                <a:solidFill>
                  <a:schemeClr val="bg1"/>
                </a:solidFill>
              </a:rPr>
              <a:t> app, </a:t>
            </a:r>
            <a:r>
              <a:rPr lang="en-US" sz="1800" dirty="0" err="1">
                <a:solidFill>
                  <a:schemeClr val="bg1"/>
                </a:solidFill>
              </a:rPr>
              <a:t>não</a:t>
            </a:r>
            <a:r>
              <a:rPr lang="en-US" sz="1800" dirty="0">
                <a:solidFill>
                  <a:schemeClr val="bg1"/>
                </a:solidFill>
              </a:rPr>
              <a:t> é </a:t>
            </a:r>
            <a:r>
              <a:rPr lang="en-US" sz="1800" dirty="0" err="1">
                <a:solidFill>
                  <a:schemeClr val="bg1"/>
                </a:solidFill>
              </a:rPr>
              <a:t>equipamento</a:t>
            </a:r>
            <a:r>
              <a:rPr lang="en-US" sz="1800" dirty="0">
                <a:solidFill>
                  <a:schemeClr val="bg1"/>
                </a:solidFill>
              </a:rPr>
              <a:t> real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 err="1">
                <a:solidFill>
                  <a:schemeClr val="bg1"/>
                </a:solidFill>
              </a:rPr>
              <a:t>Ainda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não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falámos</a:t>
            </a:r>
            <a:r>
              <a:rPr lang="en-US" sz="1800" dirty="0">
                <a:solidFill>
                  <a:schemeClr val="bg1"/>
                </a:solidFill>
              </a:rPr>
              <a:t> com </a:t>
            </a:r>
            <a:r>
              <a:rPr lang="en-US" sz="1800" dirty="0" err="1">
                <a:solidFill>
                  <a:schemeClr val="bg1"/>
                </a:solidFill>
              </a:rPr>
              <a:t>utilizadores</a:t>
            </a:r>
            <a:r>
              <a:rPr lang="en-US" sz="1800" dirty="0">
                <a:solidFill>
                  <a:schemeClr val="bg1"/>
                </a:solidFill>
              </a:rPr>
              <a:t> reais e </a:t>
            </a:r>
            <a:r>
              <a:rPr lang="en-US" sz="1800" dirty="0" err="1">
                <a:solidFill>
                  <a:schemeClr val="bg1"/>
                </a:solidFill>
              </a:rPr>
              <a:t>queremos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ouvir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as </a:t>
            </a:r>
            <a:r>
              <a:rPr lang="en-US" dirty="0" err="1">
                <a:solidFill>
                  <a:schemeClr val="bg1"/>
                </a:solidFill>
              </a:rPr>
              <a:t>opiniões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 </a:t>
            </a:r>
            <a:r>
              <a:rPr lang="en-US" sz="1800" dirty="0" err="1">
                <a:solidFill>
                  <a:schemeClr val="bg1"/>
                </a:solidFill>
              </a:rPr>
              <a:t>condutor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confirma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onde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estacionou</a:t>
            </a:r>
            <a:endParaRPr lang="en-US" sz="1800" dirty="0"/>
          </a:p>
        </p:txBody>
      </p:sp>
      <p:sp>
        <p:nvSpPr>
          <p:cNvPr id="6" name="Cartão próximo passo"/>
          <p:cNvSpPr/>
          <p:nvPr/>
        </p:nvSpPr>
        <p:spPr>
          <a:xfrm>
            <a:off x="6492240" y="2286000"/>
            <a:ext cx="5148072" cy="3566160"/>
          </a:xfrm>
          <a:prstGeom prst="roundRect">
            <a:avLst>
              <a:gd name="adj" fmla="val 3846"/>
            </a:avLst>
          </a:prstGeom>
          <a:solidFill>
            <a:srgbClr val="1F31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ítulo próximo passo"/>
          <p:cNvSpPr txBox="1"/>
          <p:nvPr/>
        </p:nvSpPr>
        <p:spPr>
          <a:xfrm>
            <a:off x="6812280" y="2540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chemeClr val="accent2"/>
                </a:solidFill>
              </a:rPr>
              <a:t>Próximo passo</a:t>
            </a:r>
            <a:endParaRPr lang="en-US" sz="2200"/>
          </a:p>
        </p:txBody>
      </p:sp>
      <p:sp>
        <p:nvSpPr>
          <p:cNvPr id="8" name="Data E2"/>
          <p:cNvSpPr txBox="1"/>
          <p:nvPr/>
        </p:nvSpPr>
        <p:spPr>
          <a:xfrm>
            <a:off x="6812280" y="3423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Texto E2"/>
          <p:cNvSpPr txBox="1"/>
          <p:nvPr/>
        </p:nvSpPr>
        <p:spPr>
          <a:xfrm>
            <a:off x="6812280" y="37896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>
                <a:solidFill>
                  <a:schemeClr val="bg2"/>
                </a:solidFill>
              </a:rPr>
              <a:t>Desenhar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os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ecrãs</a:t>
            </a:r>
            <a:r>
              <a:rPr lang="en-US" sz="1800" dirty="0">
                <a:solidFill>
                  <a:schemeClr val="bg2"/>
                </a:solidFill>
              </a:rPr>
              <a:t> da app e </a:t>
            </a:r>
            <a:r>
              <a:rPr lang="en-US" sz="1800" dirty="0" err="1">
                <a:solidFill>
                  <a:schemeClr val="bg2"/>
                </a:solidFill>
              </a:rPr>
              <a:t>montar</a:t>
            </a:r>
            <a:r>
              <a:rPr lang="en-US" sz="1800" dirty="0">
                <a:solidFill>
                  <a:schemeClr val="bg2"/>
                </a:solidFill>
              </a:rPr>
              <a:t> o plano de </a:t>
            </a:r>
            <a:r>
              <a:rPr lang="en-US" sz="1800" dirty="0" err="1">
                <a:solidFill>
                  <a:schemeClr val="bg2"/>
                </a:solidFill>
              </a:rPr>
              <a:t>trabalho</a:t>
            </a:r>
            <a:r>
              <a:rPr lang="en-US" sz="1800" dirty="0">
                <a:solidFill>
                  <a:schemeClr val="bg2"/>
                </a:solidFill>
              </a:rPr>
              <a:t>. </a:t>
            </a:r>
            <a:r>
              <a:rPr lang="en-US" sz="1800" dirty="0" err="1">
                <a:solidFill>
                  <a:schemeClr val="bg2"/>
                </a:solidFill>
              </a:rPr>
              <a:t>Depois</a:t>
            </a:r>
            <a:r>
              <a:rPr lang="en-US" sz="1800" dirty="0">
                <a:solidFill>
                  <a:schemeClr val="bg2"/>
                </a:solidFill>
              </a:rPr>
              <a:t>, </a:t>
            </a:r>
            <a:r>
              <a:rPr lang="en-US" sz="1800" dirty="0" err="1">
                <a:solidFill>
                  <a:schemeClr val="bg2"/>
                </a:solidFill>
              </a:rPr>
              <a:t>construir</a:t>
            </a:r>
            <a:r>
              <a:rPr lang="en-US" sz="1800" dirty="0">
                <a:solidFill>
                  <a:schemeClr val="bg2"/>
                </a:solidFill>
              </a:rPr>
              <a:t> e </a:t>
            </a:r>
            <a:r>
              <a:rPr lang="en-US" sz="1800" dirty="0" err="1">
                <a:solidFill>
                  <a:schemeClr val="bg2"/>
                </a:solidFill>
              </a:rPr>
              <a:t>testar</a:t>
            </a:r>
            <a:r>
              <a:rPr lang="en-US" sz="1800" dirty="0">
                <a:solidFill>
                  <a:schemeClr val="bg2"/>
                </a:solidFill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pidSpot">
  <a:themeElements>
    <a:clrScheme name="rapidSpot">
      <a:dk1>
        <a:srgbClr val="14213D"/>
      </a:dk1>
      <a:lt1>
        <a:srgbClr val="FFFFFF"/>
      </a:lt1>
      <a:dk2>
        <a:srgbClr val="4A5568"/>
      </a:dk2>
      <a:lt2>
        <a:srgbClr val="EEF2F8"/>
      </a:lt2>
      <a:accent1>
        <a:srgbClr val="1F6FEB"/>
      </a:accent1>
      <a:accent2>
        <a:srgbClr val="F5B301"/>
      </a:accent2>
      <a:accent3>
        <a:srgbClr val="0B7A6B"/>
      </a:accent3>
      <a:accent4>
        <a:srgbClr val="E5484D"/>
      </a:accent4>
      <a:accent5>
        <a:srgbClr val="7C5CFC"/>
      </a:accent5>
      <a:accent6>
        <a:srgbClr val="64748B"/>
      </a:accent6>
      <a:hlink>
        <a:srgbClr val="1F6FEB"/>
      </a:hlink>
      <a:folHlink>
        <a:srgbClr val="7C5CFC"/>
      </a:folHlink>
    </a:clrScheme>
    <a:fontScheme name="rapidSpo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685</Words>
  <Application>Microsoft Office PowerPoint</Application>
  <PresentationFormat>Ecrã Panorâmico</PresentationFormat>
  <Paragraphs>82</Paragraphs>
  <Slides>7</Slides>
  <Notes>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0" baseType="lpstr">
      <vt:lpstr>Arial</vt:lpstr>
      <vt:lpstr>Calibri</vt:lpstr>
      <vt:lpstr>rapidSpot</vt:lpstr>
      <vt:lpstr>Apresentação do PowerPoint</vt:lpstr>
      <vt:lpstr>Apresentação do PowerPoint</vt:lpstr>
      <vt:lpstr>O problema</vt:lpstr>
      <vt:lpstr>Como funciona</vt:lpstr>
      <vt:lpstr>O que inclui e o que fica de fora</vt:lpstr>
      <vt:lpstr>Equipa e tecnologias</vt:lpstr>
      <vt:lpstr>Limites desta versão e próximo passo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rapidSpot Pitch</dc:title>
  <dc:subject>PptxGenJS Presentation</dc:subject>
  <dc:creator>Equipa rapidSpot</dc:creator>
  <cp:lastModifiedBy>Ygor Gabriel Nunes Eto</cp:lastModifiedBy>
  <cp:revision>2</cp:revision>
  <dcterms:created xsi:type="dcterms:W3CDTF">2026-10-05T12:52:03Z</dcterms:created>
  <dcterms:modified xsi:type="dcterms:W3CDTF">2026-10-10T19:59:33Z</dcterms:modified>
</cp:coreProperties>
</file>