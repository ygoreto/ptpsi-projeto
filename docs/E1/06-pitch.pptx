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E7F6EEF-9460-37D1-607D-F89EF65ED3A4}">
          <p14:sldIdLst>
            <p14:sldId id="256"/>
          </p14:sldIdLst>
        </p14:section>
        <p14:section name="Problema" id="{6939839C-072F-4DB1-70D4-9775DD2206A0}">
          <p14:sldIdLst>
            <p14:sldId id="262"/>
            <p14:sldId id="257"/>
          </p14:sldIdLst>
        </p14:section>
        <p14:section name="Solução" id="{4A40601A-4136-4D21-A022-9CE956478F65}">
          <p14:sldIdLst>
            <p14:sldId id="258"/>
          </p14:sldIdLst>
        </p14:section>
        <p14:section name="Âmbito" id="{7D5947F7-F268-C258-EEFA-863D2EAA0020}">
          <p14:sldIdLst>
            <p14:sldId id="259"/>
          </p14:sldIdLst>
        </p14:section>
        <p14:section name="Equipa" id="{B4CE1E00-9BED-24C7-9337-FEAC3356A4BB}">
          <p14:sldIdLst>
            <p14:sldId id="260"/>
          </p14:sldIdLst>
        </p14:section>
        <p14:section name="Fecho" id="{E7423929-DCD8-2EAE-5855-FCDDF8C1086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C5B"/>
    <a:srgbClr val="EEF2F8"/>
    <a:srgbClr val="102D5C"/>
    <a:srgbClr val="14213D"/>
    <a:srgbClr val="225ECC"/>
    <a:srgbClr val="005395"/>
    <a:srgbClr val="207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B49F6-0605-D884-75D7-BA9A3FED6616}" v="36" dt="2026-10-05T13:00:28.269"/>
    <p1510:client id="{AE8F5DCB-0530-29EB-A38C-2B4B987AA8D6}" v="157" dt="2026-10-05T14:05:22.043"/>
    <p1510:client id="{FAC0DFEC-A5B4-4D0C-986F-EF892B74A93C}" v="3093" dt="2026-10-05T14:07:13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Eugénio Lopes dos Santos" userId="S::250000815@esg.ipsantarem.pt::a4618f39-194f-414f-a344-88f377d7aedf" providerId="AD" clId="Web-{AE8F5DCB-0530-29EB-A38C-2B4B987AA8D6}"/>
    <pc:docChg chg="modSld sldOrd">
      <pc:chgData name="Lucas Eugénio Lopes dos Santos" userId="S::250000815@esg.ipsantarem.pt::a4618f39-194f-414f-a344-88f377d7aedf" providerId="AD" clId="Web-{AE8F5DCB-0530-29EB-A38C-2B4B987AA8D6}" dt="2026-10-05T14:05:19.887" v="162"/>
      <pc:docMkLst>
        <pc:docMk/>
      </pc:docMkLst>
      <pc:sldChg chg="modSp">
        <pc:chgData name="Lucas Eugénio Lopes dos Santos" userId="S::250000815@esg.ipsantarem.pt::a4618f39-194f-414f-a344-88f377d7aedf" providerId="AD" clId="Web-{AE8F5DCB-0530-29EB-A38C-2B4B987AA8D6}" dt="2026-10-05T14:04:53.214" v="161" actId="1076"/>
        <pc:sldMkLst>
          <pc:docMk/>
          <pc:sldMk cId="0" sldId="256"/>
        </pc:sldMkLst>
        <pc:spChg chg="mod">
          <ac:chgData name="Lucas Eugénio Lopes dos Santos" userId="S::250000815@esg.ipsantarem.pt::a4618f39-194f-414f-a344-88f377d7aedf" providerId="AD" clId="Web-{AE8F5DCB-0530-29EB-A38C-2B4B987AA8D6}" dt="2026-10-05T14:04:53.214" v="161" actId="1076"/>
          <ac:spMkLst>
            <pc:docMk/>
            <pc:sldMk cId="0" sldId="256"/>
            <ac:spMk id="5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4:04:51.136" v="160" actId="1076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4:04:38.948" v="159" actId="14100"/>
          <ac:picMkLst>
            <pc:docMk/>
            <pc:sldMk cId="0" sldId="256"/>
            <ac:picMk id="11" creationId="{E22B95F7-AB52-CE8E-0B08-195AADDE0202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26.029" v="93"/>
        <pc:sldMkLst>
          <pc:docMk/>
          <pc:sldMk cId="0" sldId="257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23.294" v="8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08.126" v="6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7.312" v="5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3.687" v="5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29.499" v="5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10.923" v="6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56.454" v="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8.188" v="5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5.078" v="57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5.077" v="52"/>
          <ac:spMkLst>
            <pc:docMk/>
            <pc:sldMk cId="0" sldId="257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4.984" v="51"/>
          <ac:spMkLst>
            <pc:docMk/>
            <pc:sldMk cId="0" sldId="257"/>
            <ac:spMk id="14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26:40.765" v="56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3:26:53.313" v="59" actId="1076"/>
          <ac:picMkLst>
            <pc:docMk/>
            <pc:sldMk cId="0" sldId="257"/>
            <ac:picMk id="10" creationId="{00000000-0000-0000-0000-000000000000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32:26.029" v="93"/>
          <ac:picMkLst>
            <pc:docMk/>
            <pc:sldMk cId="0" sldId="257"/>
            <ac:picMk id="15" creationId="{E7E67BB8-A824-0322-3F14-DE3DFE9D829C}"/>
          </ac:picMkLst>
        </pc:picChg>
      </pc:sldChg>
      <pc:sldChg chg="modSp">
        <pc:chgData name="Lucas Eugénio Lopes dos Santos" userId="S::250000815@esg.ipsantarem.pt::a4618f39-194f-414f-a344-88f377d7aedf" providerId="AD" clId="Web-{AE8F5DCB-0530-29EB-A38C-2B4B987AA8D6}" dt="2026-10-05T13:53:54.813" v="158" actId="1076"/>
        <pc:sldMkLst>
          <pc:docMk/>
          <pc:sldMk cId="0" sldId="258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3:20.031" v="116" actId="20577"/>
          <ac:spMkLst>
            <pc:docMk/>
            <pc:sldMk cId="0" sldId="258"/>
            <ac:spMk id="30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53:54.813" v="158" actId="1076"/>
          <ac:picMkLst>
            <pc:docMk/>
            <pc:sldMk cId="0" sldId="258"/>
            <ac:picMk id="36" creationId="{B570F6C1-36AE-8663-13A4-9BA8EAD89CB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53.686" v="113" actId="1076"/>
        <pc:sldMkLst>
          <pc:docMk/>
          <pc:sldMk cId="0" sldId="259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36.889" v="9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42" v="10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58" v="10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74" v="10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20" v="10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36" v="10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83" v="10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99" v="10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30" v="10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45" v="10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61" v="110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92" v="11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124" v="112" actId="1076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8:09.816" v="69"/>
          <ac:spMkLst>
            <pc:docMk/>
            <pc:sldMk cId="0" sldId="259"/>
            <ac:spMk id="15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18:45.091" v="29"/>
          <ac:picMkLst>
            <pc:docMk/>
            <pc:sldMk cId="0" sldId="259"/>
            <ac:picMk id="16" creationId="{46F21D56-7E5C-717D-AF67-27EEF7FE4FA5}"/>
          </ac:picMkLst>
        </pc:picChg>
        <pc:picChg chg="add mod modCrop">
          <ac:chgData name="Lucas Eugénio Lopes dos Santos" userId="S::250000815@esg.ipsantarem.pt::a4618f39-194f-414f-a344-88f377d7aedf" providerId="AD" clId="Web-{AE8F5DCB-0530-29EB-A38C-2B4B987AA8D6}" dt="2026-10-05T13:32:53.686" v="113" actId="1076"/>
          <ac:picMkLst>
            <pc:docMk/>
            <pc:sldMk cId="0" sldId="259"/>
            <ac:picMk id="17" creationId="{E336C55C-EDD5-59E8-4C51-E05119831E5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53:19.187" v="153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AE8F5DCB-0530-29EB-A38C-2B4B987AA8D6}" dt="2026-10-05T13:29:33.522" v="73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22.881" v="1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7:51.526" v="127" actId="1076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30.382" v="10"/>
          <ac:spMkLst>
            <pc:docMk/>
            <pc:sldMk cId="0" sldId="260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0.287" v="70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3.488" v="23"/>
          <ac:spMkLst>
            <pc:docMk/>
            <pc:sldMk cId="0" sldId="260"/>
            <ac:spMk id="15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2.100" v="71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9.503" v="25"/>
          <ac:spMkLst>
            <pc:docMk/>
            <pc:sldMk cId="0" sldId="260"/>
            <ac:spMk id="28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31:11.542" v="76"/>
          <ac:picMkLst>
            <pc:docMk/>
            <pc:sldMk cId="0" sldId="260"/>
            <ac:picMk id="29" creationId="{184B8226-53F8-9502-F7DE-11734ECE65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1:59.856" v="81"/>
          <ac:picMkLst>
            <pc:docMk/>
            <pc:sldMk cId="0" sldId="260"/>
            <ac:picMk id="32" creationId="{8DF28013-FD0C-8F8B-63EE-E80ED5E93A33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4:40.128" v="118"/>
          <ac:picMkLst>
            <pc:docMk/>
            <pc:sldMk cId="0" sldId="260"/>
            <ac:picMk id="33" creationId="{665EDCFB-207F-2DA4-944A-D3697102D644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6:09.991" v="126" actId="14100"/>
          <ac:picMkLst>
            <pc:docMk/>
            <pc:sldMk cId="0" sldId="260"/>
            <ac:picMk id="35" creationId="{DB7DD9F7-16BA-1FBA-72CD-E3F2EE336006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8:41.278" v="130" actId="1076"/>
          <ac:picMkLst>
            <pc:docMk/>
            <pc:sldMk cId="0" sldId="260"/>
            <ac:picMk id="36" creationId="{760BD561-8DAB-D786-4624-37F86016BD00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9:30.326" v="131"/>
          <ac:picMkLst>
            <pc:docMk/>
            <pc:sldMk cId="0" sldId="260"/>
            <ac:picMk id="37" creationId="{210C9F65-A48C-C105-BC16-2C73EE582A6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0:56.017" v="134"/>
          <ac:picMkLst>
            <pc:docMk/>
            <pc:sldMk cId="0" sldId="260"/>
            <ac:picMk id="38" creationId="{242CC385-E029-6994-2108-F1F7B2A1B2DD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1:19.956" v="136"/>
          <ac:picMkLst>
            <pc:docMk/>
            <pc:sldMk cId="0" sldId="260"/>
            <ac:picMk id="39" creationId="{FE037E5B-11BC-2F6D-3BCC-DBA1BF83FD0D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42:47.287" v="138" actId="1076"/>
          <ac:picMkLst>
            <pc:docMk/>
            <pc:sldMk cId="0" sldId="260"/>
            <ac:picMk id="40" creationId="{D942D2E5-2F2B-FEF2-E862-E04C94A8B10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5:29.528" v="148"/>
          <ac:picMkLst>
            <pc:docMk/>
            <pc:sldMk cId="0" sldId="260"/>
            <ac:picMk id="43" creationId="{F16B8DAB-5A14-D023-0C6F-CEDA42038E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53:19.187" v="153"/>
          <ac:picMkLst>
            <pc:docMk/>
            <pc:sldMk cId="0" sldId="260"/>
            <ac:picMk id="45" creationId="{B6034FB2-85BE-3783-DA56-DCF0456DA935}"/>
          </ac:picMkLst>
        </pc:picChg>
      </pc:sldChg>
      <pc:sldChg chg="delSp modSp">
        <pc:chgData name="Lucas Eugénio Lopes dos Santos" userId="S::250000815@esg.ipsantarem.pt::a4618f39-194f-414f-a344-88f377d7aedf" providerId="AD" clId="Web-{AE8F5DCB-0530-29EB-A38C-2B4B987AA8D6}" dt="2026-10-05T13:14:27.034" v="21" actId="1076"/>
        <pc:sldMkLst>
          <pc:docMk/>
          <pc:sldMk cId="0" sldId="261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3:57.580" v="14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2.940" v="20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9.299" v="19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3:59.439" v="1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4.471" v="1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7.034" v="2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02.877" v="16" actId="1076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3:48.923" v="12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mod ord setBg">
        <pc:chgData name="Lucas Eugénio Lopes dos Santos" userId="S::250000815@esg.ipsantarem.pt::a4618f39-194f-414f-a344-88f377d7aedf" providerId="AD" clId="Web-{AE8F5DCB-0530-29EB-A38C-2B4B987AA8D6}" dt="2026-10-05T14:05:19.887" v="162"/>
        <pc:sldMkLst>
          <pc:docMk/>
          <pc:sldMk cId="3322399608" sldId="262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9:47.406" v="35" actId="1076"/>
          <ac:spMkLst>
            <pc:docMk/>
            <pc:sldMk cId="3322399608" sldId="262"/>
            <ac:spMk id="16" creationId="{42C9BDE6-C812-4248-2399-23FCBA48E350}"/>
          </ac:spMkLst>
        </pc:spChg>
        <pc:picChg chg="add del mod modCrop">
          <ac:chgData name="Lucas Eugénio Lopes dos Santos" userId="S::250000815@esg.ipsantarem.pt::a4618f39-194f-414f-a344-88f377d7aedf" providerId="AD" clId="Web-{AE8F5DCB-0530-29EB-A38C-2B4B987AA8D6}" dt="2026-10-05T13:25:39.482" v="50"/>
          <ac:picMkLst>
            <pc:docMk/>
            <pc:sldMk cId="3322399608" sldId="262"/>
            <ac:picMk id="29" creationId="{8ADBDD2F-0004-958D-A3D6-1EA61D47905A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23:13.632" v="45"/>
          <ac:picMkLst>
            <pc:docMk/>
            <pc:sldMk cId="3322399608" sldId="262"/>
            <ac:picMk id="31" creationId="{5C0665A8-D15D-4B3C-9380-326CB3F98579}"/>
          </ac:picMkLst>
        </pc:picChg>
      </pc:sldChg>
    </pc:docChg>
  </pc:docChgLst>
  <pc:docChgLst>
    <pc:chgData name="Lucas Eugénio Lopes dos Santos" userId="S::250000815@esg.ipsantarem.pt::a4618f39-194f-414f-a344-88f377d7aedf" providerId="AD" clId="Web-{51EB49F6-0605-D884-75D7-BA9A3FED6616}"/>
    <pc:docChg chg="modSld">
      <pc:chgData name="Lucas Eugénio Lopes dos Santos" userId="S::250000815@esg.ipsantarem.pt::a4618f39-194f-414f-a344-88f377d7aedf" providerId="AD" clId="Web-{51EB49F6-0605-D884-75D7-BA9A3FED6616}" dt="2026-10-05T13:00:28.269" v="34" actId="20577"/>
      <pc:docMkLst>
        <pc:docMk/>
      </pc:docMkLst>
      <pc:sldChg chg="modSp">
        <pc:chgData name="Lucas Eugénio Lopes dos Santos" userId="S::250000815@esg.ipsantarem.pt::a4618f39-194f-414f-a344-88f377d7aedf" providerId="AD" clId="Web-{51EB49F6-0605-D884-75D7-BA9A3FED6616}" dt="2026-10-05T13:00:28.269" v="34" actId="20577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51EB49F6-0605-D884-75D7-BA9A3FED6616}" dt="2026-10-05T13:00:15.956" v="15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51EB49F6-0605-D884-75D7-BA9A3FED6616}" dt="2026-10-05T13:00:28.269" v="34" actId="20577"/>
          <ac:spMkLst>
            <pc:docMk/>
            <pc:sldMk cId="0" sldId="260"/>
            <ac:spMk id="12" creationId="{00000000-0000-0000-0000-000000000000}"/>
          </ac:spMkLst>
        </pc:spChg>
      </pc:sldChg>
    </pc:docChg>
  </pc:docChgLst>
  <pc:docChgLst>
    <pc:chgData name="Ygor Gabriel Nunes Eto" userId="a43e534e-fc3b-4412-a733-97f54df7b70a" providerId="ADAL" clId="{EBC4105A-5BA4-4E3F-AFE9-4338176A9606}"/>
    <pc:docChg chg="modSld sldOrd">
      <pc:chgData name="Ygor Gabriel Nunes Eto" userId="a43e534e-fc3b-4412-a733-97f54df7b70a" providerId="ADAL" clId="{EBC4105A-5BA4-4E3F-AFE9-4338176A9606}" dt="2026-10-05T14:04:53.523" v="158"/>
      <pc:docMkLst>
        <pc:docMk/>
      </pc:docMkLst>
      <pc:sldChg chg="addSp setBg">
        <pc:chgData name="Ygor Gabriel Nunes Eto" userId="a43e534e-fc3b-4412-a733-97f54df7b70a" providerId="ADAL" clId="{EBC4105A-5BA4-4E3F-AFE9-4338176A9606}" dt="2026-10-05T14:03:04.040" v="153"/>
        <pc:sldMkLst>
          <pc:docMk/>
          <pc:sldMk cId="0" sldId="256"/>
        </pc:sldMkLst>
        <pc:picChg chg="add">
          <ac:chgData name="Ygor Gabriel Nunes Eto" userId="a43e534e-fc3b-4412-a733-97f54df7b70a" providerId="ADAL" clId="{EBC4105A-5BA4-4E3F-AFE9-4338176A9606}" dt="2026-10-05T13:13:48.316" v="0"/>
          <ac:picMkLst>
            <pc:docMk/>
            <pc:sldMk cId="0" sldId="256"/>
            <ac:picMk id="9" creationId="{7C82834E-807F-6103-4C01-D392E7EC3288}"/>
          </ac:picMkLst>
        </pc:picChg>
      </pc:sldChg>
      <pc:sldChg chg="addSp setBg">
        <pc:chgData name="Ygor Gabriel Nunes Eto" userId="a43e534e-fc3b-4412-a733-97f54df7b70a" providerId="ADAL" clId="{EBC4105A-5BA4-4E3F-AFE9-4338176A9606}" dt="2026-10-05T14:04:53.523" v="158"/>
        <pc:sldMkLst>
          <pc:docMk/>
          <pc:sldMk cId="0" sldId="257"/>
        </pc:sldMkLst>
        <pc:picChg chg="add">
          <ac:chgData name="Ygor Gabriel Nunes Eto" userId="a43e534e-fc3b-4412-a733-97f54df7b70a" providerId="ADAL" clId="{EBC4105A-5BA4-4E3F-AFE9-4338176A9606}" dt="2026-10-05T13:36:03.017" v="112"/>
          <ac:picMkLst>
            <pc:docMk/>
            <pc:sldMk cId="0" sldId="257"/>
            <ac:picMk id="16" creationId="{D4BE7B61-D001-5D8D-CA33-444EA935D373}"/>
          </ac:picMkLst>
        </pc:picChg>
      </pc:sldChg>
      <pc:sldChg chg="addSp">
        <pc:chgData name="Ygor Gabriel Nunes Eto" userId="a43e534e-fc3b-4412-a733-97f54df7b70a" providerId="ADAL" clId="{EBC4105A-5BA4-4E3F-AFE9-4338176A9606}" dt="2026-10-05T13:33:43.503" v="111"/>
        <pc:sldMkLst>
          <pc:docMk/>
          <pc:sldMk cId="0" sldId="258"/>
        </pc:sldMkLst>
        <pc:picChg chg="add">
          <ac:chgData name="Ygor Gabriel Nunes Eto" userId="a43e534e-fc3b-4412-a733-97f54df7b70a" providerId="ADAL" clId="{EBC4105A-5BA4-4E3F-AFE9-4338176A9606}" dt="2026-10-05T13:33:43.503" v="111"/>
          <ac:picMkLst>
            <pc:docMk/>
            <pc:sldMk cId="0" sldId="258"/>
            <ac:picMk id="36" creationId="{B570F6C1-36AE-8663-13A4-9BA8EAD89CB9}"/>
          </ac:picMkLst>
        </pc:picChg>
      </pc:sldChg>
      <pc:sldChg chg="addSp modSp">
        <pc:chgData name="Ygor Gabriel Nunes Eto" userId="a43e534e-fc3b-4412-a733-97f54df7b70a" providerId="ADAL" clId="{EBC4105A-5BA4-4E3F-AFE9-4338176A9606}" dt="2026-10-05T13:46:33.291" v="126"/>
        <pc:sldMkLst>
          <pc:docMk/>
          <pc:sldMk cId="0" sldId="260"/>
        </pc:sldMkLst>
        <pc:spChg chg="add mod">
          <ac:chgData name="Ygor Gabriel Nunes Eto" userId="a43e534e-fc3b-4412-a733-97f54df7b70a" providerId="ADAL" clId="{EBC4105A-5BA4-4E3F-AFE9-4338176A9606}" dt="2026-10-05T13:28:47.854" v="109"/>
          <ac:spMkLst>
            <pc:docMk/>
            <pc:sldMk cId="0" sldId="260"/>
            <ac:spMk id="31" creationId="{2850A9F4-4767-255A-8792-112559BE187A}"/>
          </ac:spMkLst>
        </pc:spChg>
        <pc:picChg chg="add">
          <ac:chgData name="Ygor Gabriel Nunes Eto" userId="a43e534e-fc3b-4412-a733-97f54df7b70a" providerId="ADAL" clId="{EBC4105A-5BA4-4E3F-AFE9-4338176A9606}" dt="2026-10-05T13:37:09.068" v="113"/>
          <ac:picMkLst>
            <pc:docMk/>
            <pc:sldMk cId="0" sldId="260"/>
            <ac:picMk id="8" creationId="{843BC886-D45E-4A2E-71AA-BC6674D05647}"/>
          </ac:picMkLst>
        </pc:picChg>
        <pc:picChg chg="add">
          <ac:chgData name="Ygor Gabriel Nunes Eto" userId="a43e534e-fc3b-4412-a733-97f54df7b70a" providerId="ADAL" clId="{EBC4105A-5BA4-4E3F-AFE9-4338176A9606}" dt="2026-10-05T13:39:32.596" v="114"/>
          <ac:picMkLst>
            <pc:docMk/>
            <pc:sldMk cId="0" sldId="260"/>
            <ac:picMk id="14" creationId="{28205B31-32B2-6B6D-8A2C-FB85CD7A960F}"/>
          </ac:picMkLst>
        </pc:picChg>
        <pc:picChg chg="add">
          <ac:chgData name="Ygor Gabriel Nunes Eto" userId="a43e534e-fc3b-4412-a733-97f54df7b70a" providerId="ADAL" clId="{EBC4105A-5BA4-4E3F-AFE9-4338176A9606}" dt="2026-10-05T13:44:35.288" v="122"/>
          <ac:picMkLst>
            <pc:docMk/>
            <pc:sldMk cId="0" sldId="260"/>
            <ac:picMk id="27" creationId="{A9BBE0C9-B2DD-DB95-1953-1CC073FEC537}"/>
          </ac:picMkLst>
        </pc:picChg>
        <pc:picChg chg="add">
          <ac:chgData name="Ygor Gabriel Nunes Eto" userId="a43e534e-fc3b-4412-a733-97f54df7b70a" providerId="ADAL" clId="{EBC4105A-5BA4-4E3F-AFE9-4338176A9606}" dt="2026-10-05T13:44:54.713" v="123"/>
          <ac:picMkLst>
            <pc:docMk/>
            <pc:sldMk cId="0" sldId="260"/>
            <ac:picMk id="29" creationId="{6FA752D1-F533-E052-771D-A92ED7EFC7B0}"/>
          </ac:picMkLst>
        </pc:picChg>
        <pc:picChg chg="add">
          <ac:chgData name="Ygor Gabriel Nunes Eto" userId="a43e534e-fc3b-4412-a733-97f54df7b70a" providerId="ADAL" clId="{EBC4105A-5BA4-4E3F-AFE9-4338176A9606}" dt="2026-10-05T13:40:35.390" v="115"/>
          <ac:picMkLst>
            <pc:docMk/>
            <pc:sldMk cId="0" sldId="260"/>
            <ac:picMk id="32" creationId="{1FF8E8CB-7638-CFF6-004A-2090B71A4C92}"/>
          </ac:picMkLst>
        </pc:picChg>
        <pc:picChg chg="add">
          <ac:chgData name="Ygor Gabriel Nunes Eto" userId="a43e534e-fc3b-4412-a733-97f54df7b70a" providerId="ADAL" clId="{EBC4105A-5BA4-4E3F-AFE9-4338176A9606}" dt="2026-10-05T13:45:50.094" v="124"/>
          <ac:picMkLst>
            <pc:docMk/>
            <pc:sldMk cId="0" sldId="260"/>
            <ac:picMk id="32" creationId="{6A13FA95-459C-5DA1-0E43-818F125622B2}"/>
          </ac:picMkLst>
        </pc:picChg>
        <pc:picChg chg="add">
          <ac:chgData name="Ygor Gabriel Nunes Eto" userId="a43e534e-fc3b-4412-a733-97f54df7b70a" providerId="ADAL" clId="{EBC4105A-5BA4-4E3F-AFE9-4338176A9606}" dt="2026-10-05T13:46:22.027" v="125"/>
          <ac:picMkLst>
            <pc:docMk/>
            <pc:sldMk cId="0" sldId="260"/>
            <ac:picMk id="33" creationId="{AC4825CE-330B-37E9-B4E3-187093F3E815}"/>
          </ac:picMkLst>
        </pc:picChg>
        <pc:picChg chg="add">
          <ac:chgData name="Ygor Gabriel Nunes Eto" userId="a43e534e-fc3b-4412-a733-97f54df7b70a" providerId="ADAL" clId="{EBC4105A-5BA4-4E3F-AFE9-4338176A9606}" dt="2026-10-05T13:40:48.833" v="116"/>
          <ac:picMkLst>
            <pc:docMk/>
            <pc:sldMk cId="0" sldId="260"/>
            <ac:picMk id="33" creationId="{B8C0C114-ADDC-F2D3-59AB-64BEB2369539}"/>
          </ac:picMkLst>
        </pc:picChg>
        <pc:picChg chg="add">
          <ac:chgData name="Ygor Gabriel Nunes Eto" userId="a43e534e-fc3b-4412-a733-97f54df7b70a" providerId="ADAL" clId="{EBC4105A-5BA4-4E3F-AFE9-4338176A9606}" dt="2026-10-05T13:33:26.825" v="110"/>
          <ac:picMkLst>
            <pc:docMk/>
            <pc:sldMk cId="0" sldId="260"/>
            <ac:picMk id="34" creationId="{3E63018E-8BFA-AFE5-1529-8F63623126D8}"/>
          </ac:picMkLst>
        </pc:picChg>
        <pc:picChg chg="add">
          <ac:chgData name="Ygor Gabriel Nunes Eto" userId="a43e534e-fc3b-4412-a733-97f54df7b70a" providerId="ADAL" clId="{EBC4105A-5BA4-4E3F-AFE9-4338176A9606}" dt="2026-10-05T13:46:33.291" v="126"/>
          <ac:picMkLst>
            <pc:docMk/>
            <pc:sldMk cId="0" sldId="260"/>
            <ac:picMk id="34" creationId="{627E3D5E-6CEB-A8B1-8A7B-07906D67A35F}"/>
          </ac:picMkLst>
        </pc:picChg>
        <pc:picChg chg="add">
          <ac:chgData name="Ygor Gabriel Nunes Eto" userId="a43e534e-fc3b-4412-a733-97f54df7b70a" providerId="ADAL" clId="{EBC4105A-5BA4-4E3F-AFE9-4338176A9606}" dt="2026-10-05T13:42:03.631" v="117"/>
          <ac:picMkLst>
            <pc:docMk/>
            <pc:sldMk cId="0" sldId="260"/>
            <ac:picMk id="34" creationId="{B91E6080-6437-5D1A-3782-1368E64652B5}"/>
          </ac:picMkLst>
        </pc:picChg>
        <pc:picChg chg="add">
          <ac:chgData name="Ygor Gabriel Nunes Eto" userId="a43e534e-fc3b-4412-a733-97f54df7b70a" providerId="ADAL" clId="{EBC4105A-5BA4-4E3F-AFE9-4338176A9606}" dt="2026-10-05T13:42:47.190" v="118"/>
          <ac:picMkLst>
            <pc:docMk/>
            <pc:sldMk cId="0" sldId="260"/>
            <ac:picMk id="35" creationId="{A815B4FA-9A13-A4F2-2DBA-662FEBA6B45E}"/>
          </ac:picMkLst>
        </pc:picChg>
        <pc:picChg chg="add">
          <ac:chgData name="Ygor Gabriel Nunes Eto" userId="a43e534e-fc3b-4412-a733-97f54df7b70a" providerId="ADAL" clId="{EBC4105A-5BA4-4E3F-AFE9-4338176A9606}" dt="2026-10-05T13:43:21.365" v="119"/>
          <ac:picMkLst>
            <pc:docMk/>
            <pc:sldMk cId="0" sldId="260"/>
            <ac:picMk id="41" creationId="{162D992B-2B8C-905D-768F-6F0DFDCA2182}"/>
          </ac:picMkLst>
        </pc:picChg>
        <pc:picChg chg="add">
          <ac:chgData name="Ygor Gabriel Nunes Eto" userId="a43e534e-fc3b-4412-a733-97f54df7b70a" providerId="ADAL" clId="{EBC4105A-5BA4-4E3F-AFE9-4338176A9606}" dt="2026-10-05T13:43:37.447" v="120"/>
          <ac:picMkLst>
            <pc:docMk/>
            <pc:sldMk cId="0" sldId="260"/>
            <ac:picMk id="42" creationId="{0B29A1ED-2EB9-02C0-A015-E333416C5749}"/>
          </ac:picMkLst>
        </pc:picChg>
        <pc:picChg chg="add">
          <ac:chgData name="Ygor Gabriel Nunes Eto" userId="a43e534e-fc3b-4412-a733-97f54df7b70a" providerId="ADAL" clId="{EBC4105A-5BA4-4E3F-AFE9-4338176A9606}" dt="2026-10-05T13:43:54.554" v="121"/>
          <ac:picMkLst>
            <pc:docMk/>
            <pc:sldMk cId="0" sldId="260"/>
            <ac:picMk id="44" creationId="{92CCA56A-1F02-706F-88DB-59DAA42B10D1}"/>
          </ac:picMkLst>
        </pc:picChg>
      </pc:sldChg>
      <pc:sldChg chg="addSp modSp ord setBg">
        <pc:chgData name="Ygor Gabriel Nunes Eto" userId="a43e534e-fc3b-4412-a733-97f54df7b70a" providerId="ADAL" clId="{EBC4105A-5BA4-4E3F-AFE9-4338176A9606}" dt="2026-10-05T14:03:50.944" v="154"/>
        <pc:sldMkLst>
          <pc:docMk/>
          <pc:sldMk cId="3322399608" sldId="262"/>
        </pc:sldMkLst>
        <pc:spChg chg="add mod">
          <ac:chgData name="Ygor Gabriel Nunes Eto" userId="a43e534e-fc3b-4412-a733-97f54df7b70a" providerId="ADAL" clId="{EBC4105A-5BA4-4E3F-AFE9-4338176A9606}" dt="2026-10-05T13:14:38.604" v="2"/>
          <ac:spMkLst>
            <pc:docMk/>
            <pc:sldMk cId="3322399608" sldId="262"/>
            <ac:spMk id="3" creationId="{C3E8F3FC-E882-0282-AE21-75841E24B232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4" creationId="{64C0F849-BE80-00FD-FB59-1E37F103995C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5" creationId="{000E1B31-AB97-727E-CAAE-E0FE91F8C622}"/>
          </ac:spMkLst>
        </pc:spChg>
        <pc:spChg chg="add mod">
          <ac:chgData name="Ygor Gabriel Nunes Eto" userId="a43e534e-fc3b-4412-a733-97f54df7b70a" providerId="ADAL" clId="{EBC4105A-5BA4-4E3F-AFE9-4338176A9606}" dt="2026-10-05T13:53:07.743" v="141"/>
          <ac:spMkLst>
            <pc:docMk/>
            <pc:sldMk cId="3322399608" sldId="262"/>
            <ac:spMk id="6" creationId="{1A21DB57-25AF-6FBC-6331-23AD4FC48661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8" creationId="{F326CF95-EF55-4837-6C01-EF9FEA864F67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9" creationId="{91C071F1-3111-9645-B2C9-CB8BCD11DA2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0" creationId="{2F2CDEFF-3A1D-1325-2297-30F7BF8DF608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2" creationId="{06E6DE1E-5999-42B7-F144-86EBA5A2BD75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3" creationId="{4BB1890E-D13F-0A9B-DA94-4A2060ED25D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4" creationId="{6F61FD56-93A3-BEDE-4F4C-960A21F9F059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5" creationId="{6907E578-5F79-9E45-BB0E-8ABFB304151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6" creationId="{42C9BDE6-C812-4248-2399-23FCBA48E350}"/>
          </ac:spMkLst>
        </pc:spChg>
        <pc:spChg chg="add mod">
          <ac:chgData name="Ygor Gabriel Nunes Eto" userId="a43e534e-fc3b-4412-a733-97f54df7b70a" providerId="ADAL" clId="{EBC4105A-5BA4-4E3F-AFE9-4338176A9606}" dt="2026-10-05T13:15:47.732" v="5"/>
          <ac:spMkLst>
            <pc:docMk/>
            <pc:sldMk cId="3322399608" sldId="262"/>
            <ac:spMk id="17" creationId="{9D79B532-E015-30D4-0521-F24D52866672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8" creationId="{40ACDCBD-5EB6-BCAA-3837-E4169776DCD3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0" creationId="{D2FFC112-BB58-4FD5-079A-1B50AE946367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1" creationId="{F9437807-5735-F78E-D8C0-F9963C7DE721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2" creationId="{6AAA1D5B-E6D6-3A4C-C64D-182CCD5FA0DD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3" creationId="{FFA31371-EFE3-F5A1-B8B2-E739FFEE75A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6" creationId="{3FCE41F2-3201-8E3F-167F-4B3876A2E65C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7" creationId="{C71F476E-4AD6-2EB4-2E22-9454E7AA9758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8" creationId="{69C6154E-AF53-E609-C138-D713570A4A33}"/>
          </ac:spMkLst>
        </pc:spChg>
        <pc:picChg chg="add">
          <ac:chgData name="Ygor Gabriel Nunes Eto" userId="a43e534e-fc3b-4412-a733-97f54df7b70a" providerId="ADAL" clId="{EBC4105A-5BA4-4E3F-AFE9-4338176A9606}" dt="2026-10-05T13:55:37.360" v="144"/>
          <ac:picMkLst>
            <pc:docMk/>
            <pc:sldMk cId="3322399608" sldId="262"/>
            <ac:picMk id="7" creationId="{D88F613F-7AC5-EA7A-3877-D8C43CAFA6C9}"/>
          </ac:picMkLst>
        </pc:picChg>
        <pc:picChg chg="add">
          <ac:chgData name="Ygor Gabriel Nunes Eto" userId="a43e534e-fc3b-4412-a733-97f54df7b70a" providerId="ADAL" clId="{EBC4105A-5BA4-4E3F-AFE9-4338176A9606}" dt="2026-10-05T13:57:28.591" v="152"/>
          <ac:picMkLst>
            <pc:docMk/>
            <pc:sldMk cId="3322399608" sldId="262"/>
            <ac:picMk id="8" creationId="{0C6DF983-EEA1-D72A-BB8F-68E1899135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375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Abertura (cerca de 20 segundos). Apresentem-se, digam o nome do projeto e leiam a frase do slide devagar: é a ideia inteira numa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Problema (1 minuto). Quem já deu voltas a um parque sem saber se havia lugar? Do lado de quem gere, não há ocupação à vista nem registo de entradas e saídas. Substituam o campo da faixa azul pelo número que ouvirem na entrevista (minutos perdidos por vez). Sem número real, digam que ainda vão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Solução (1 minuto). Percorram os quatro passos da esquerda para a direita: ver vagas, reservar, QR code, cancela. Depois digam que há dois perfis com permissões diferentes: o cliente e o administrador. Se puderem, façam uma demonstração curta (ou mostrem um ecrã do Figma).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que fica de fora (1 minuto). Usámos o MoSCoW: essencial, desejável e fora desta versão. Sublinhem que a cancela é simulada em software e que não há hardware real nem pagamentos. Dizer o que fica de fora mostra que o âmbito é realista para 15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Equipa e tecnologias (1 minuto). Cada um diz o seu nome e o seu papel. Expliquem porque escolheram PHP e MySQL com uma razão verdadeira (por exemplo, já usaram nas aulas, ou é fácil de pôr online). Preencham os campos entre parênteses retos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Riscos e próximo passo (1 minuto). Sejam honestos: a cancela é simulada e ainda faltam entrevistas a utilizadores reais. Próximo passo é a E2, a 22 de outubro: layouts no Figma e cronograma. Terminem com 'Obrigado, perguntas?'. Depois do pitch há 2 minutos de perguntas, e cada um responde sobre o projeto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858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accent2"/>
                </a:solidFill>
              </a:rPr>
              <a:t>PITCH E1  ·  PROJETO DE TPSI</a:t>
            </a:r>
            <a:endParaRPr lang="en-US" sz="1200"/>
          </a:p>
        </p:txBody>
      </p:sp>
      <p:sp>
        <p:nvSpPr>
          <p:cNvPr id="4" name="Frase-modelo"/>
          <p:cNvSpPr txBox="1"/>
          <p:nvPr/>
        </p:nvSpPr>
        <p:spPr>
          <a:xfrm>
            <a:off x="731520" y="338328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5" name="Círculo capa"/>
          <p:cNvSpPr/>
          <p:nvPr/>
        </p:nvSpPr>
        <p:spPr>
          <a:xfrm>
            <a:off x="7468535" y="1956334"/>
            <a:ext cx="4403558" cy="3785937"/>
          </a:xfrm>
          <a:prstGeom prst="ellipse">
            <a:avLst/>
          </a:prstGeom>
          <a:solidFill>
            <a:srgbClr val="102C5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capa" descr="Parque de estaciona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05" y="2741525"/>
            <a:ext cx="2201779" cy="2201779"/>
          </a:xfrm>
          <a:prstGeom prst="rect">
            <a:avLst/>
          </a:prstGeom>
        </p:spPr>
      </p:pic>
      <p:sp>
        <p:nvSpPr>
          <p:cNvPr id="7" name="Equipa"/>
          <p:cNvSpPr txBox="1"/>
          <p:nvPr/>
        </p:nvSpPr>
        <p:spPr>
          <a:xfrm>
            <a:off x="731520" y="5117719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Lucas Santos  - 250000815  </a:t>
            </a:r>
          </a:p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Ygor Eto - 250000805</a:t>
            </a:r>
            <a:endParaRPr lang="en-US" sz="16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C82834E-807F-6103-4C01-D392E7EC3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615" y="192746"/>
            <a:ext cx="2286000" cy="4857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2B95F7-AB52-CE8E-0B08-195AADDE0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12353"/>
            <a:ext cx="7348247" cy="3149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rtão problema 1">
            <a:extLst>
              <a:ext uri="{FF2B5EF4-FFF2-40B4-BE49-F238E27FC236}">
                <a16:creationId xmlns:a16="http://schemas.microsoft.com/office/drawing/2014/main" id="{8821366D-B378-7211-5F69-C43475D1955F}"/>
              </a:ext>
            </a:extLst>
          </p:cNvPr>
          <p:cNvSpPr/>
          <p:nvPr/>
        </p:nvSpPr>
        <p:spPr>
          <a:xfrm>
            <a:off x="650683" y="2708893"/>
            <a:ext cx="10654665" cy="3474720"/>
          </a:xfrm>
          <a:prstGeom prst="roundRect">
            <a:avLst>
              <a:gd name="adj" fmla="val 3947"/>
            </a:avLst>
          </a:prstGeom>
          <a:solidFill>
            <a:schemeClr val="bg2">
              <a:alpha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Frase-modelo">
            <a:extLst>
              <a:ext uri="{FF2B5EF4-FFF2-40B4-BE49-F238E27FC236}">
                <a16:creationId xmlns:a16="http://schemas.microsoft.com/office/drawing/2014/main" id="{240D1D8C-2D04-5A82-BC4B-A2711ADC4C3E}"/>
              </a:ext>
            </a:extLst>
          </p:cNvPr>
          <p:cNvSpPr txBox="1"/>
          <p:nvPr/>
        </p:nvSpPr>
        <p:spPr>
          <a:xfrm>
            <a:off x="1193463" y="3531853"/>
            <a:ext cx="1011188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«Para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os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condutores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que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precisam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estacionar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não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sabem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se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há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vaga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livre, o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rapidSpot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permite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ver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as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vagas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livres,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reservar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um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lugar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entrar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com um QR code,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em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vez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dar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voltas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à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procura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3200" err="1">
                <a:solidFill>
                  <a:schemeClr val="bg2">
                    <a:lumMod val="10000"/>
                  </a:schemeClr>
                </a:solidFill>
              </a:rPr>
              <a:t>estacionamento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</a:rPr>
              <a:t>.»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2C9BDE6-C812-4248-2399-23FCBA48E350}"/>
              </a:ext>
            </a:extLst>
          </p:cNvPr>
          <p:cNvSpPr txBox="1">
            <a:spLocks/>
          </p:cNvSpPr>
          <p:nvPr/>
        </p:nvSpPr>
        <p:spPr>
          <a:xfrm>
            <a:off x="1193463" y="2708893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pt-BR" err="1">
                <a:solidFill>
                  <a:schemeClr val="bg2">
                    <a:lumMod val="10000"/>
                  </a:schemeClr>
                </a:solidFill>
              </a:rPr>
              <a:t>ntrodução</a:t>
            </a:r>
            <a:endParaRPr lang="pt-BR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2D84FB3-49EB-8143-9F52-143E84B1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3" y="114357"/>
            <a:ext cx="7105650" cy="245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9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O problema</a:t>
            </a:r>
            <a:endParaRPr lang="en-US" sz="3800"/>
          </a:p>
        </p:txBody>
      </p:sp>
      <p:sp>
        <p:nvSpPr>
          <p:cNvPr id="3" name="Cartão problema 1"/>
          <p:cNvSpPr/>
          <p:nvPr/>
        </p:nvSpPr>
        <p:spPr>
          <a:xfrm>
            <a:off x="365760" y="2428240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Condutores círculo"/>
          <p:cNvSpPr/>
          <p:nvPr/>
        </p:nvSpPr>
        <p:spPr>
          <a:xfrm>
            <a:off x="548640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Condutores ícone" descr="Condut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2576830"/>
            <a:ext cx="297180" cy="297180"/>
          </a:xfrm>
          <a:prstGeom prst="rect">
            <a:avLst/>
          </a:prstGeom>
        </p:spPr>
      </p:pic>
      <p:sp>
        <p:nvSpPr>
          <p:cNvPr id="6" name="Título problema 1"/>
          <p:cNvSpPr txBox="1"/>
          <p:nvPr/>
        </p:nvSpPr>
        <p:spPr>
          <a:xfrm>
            <a:off x="1439376" y="2589797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Condutores</a:t>
            </a:r>
            <a:endParaRPr lang="en-US" sz="2200"/>
          </a:p>
        </p:txBody>
      </p:sp>
      <p:sp>
        <p:nvSpPr>
          <p:cNvPr id="7" name="Lista problema 1"/>
          <p:cNvSpPr txBox="1"/>
          <p:nvPr/>
        </p:nvSpPr>
        <p:spPr>
          <a:xfrm>
            <a:off x="416560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Chegam sem saber se há vaga livre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Dão voltas e perdem tempo à procura de alternativa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Atrasam-se nos seus compromissos</a:t>
            </a:r>
            <a:endParaRPr lang="en-US" sz="1800"/>
          </a:p>
        </p:txBody>
      </p:sp>
      <p:sp>
        <p:nvSpPr>
          <p:cNvPr id="8" name="Cartão problema 2"/>
          <p:cNvSpPr/>
          <p:nvPr/>
        </p:nvSpPr>
        <p:spPr>
          <a:xfrm>
            <a:off x="6240551" y="2434398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Gestor do parque círculo"/>
          <p:cNvSpPr/>
          <p:nvPr/>
        </p:nvSpPr>
        <p:spPr>
          <a:xfrm>
            <a:off x="6551676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Gestor do parque ícone" descr="Gestor do parq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06" y="2576830"/>
            <a:ext cx="297180" cy="297180"/>
          </a:xfrm>
          <a:prstGeom prst="rect">
            <a:avLst/>
          </a:prstGeom>
        </p:spPr>
      </p:pic>
      <p:sp>
        <p:nvSpPr>
          <p:cNvPr id="11" name="Título problema 2"/>
          <p:cNvSpPr txBox="1"/>
          <p:nvPr/>
        </p:nvSpPr>
        <p:spPr>
          <a:xfrm>
            <a:off x="7379716" y="2428240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Gestor do parque</a:t>
            </a:r>
            <a:endParaRPr lang="en-US" sz="2200"/>
          </a:p>
        </p:txBody>
      </p:sp>
      <p:sp>
        <p:nvSpPr>
          <p:cNvPr id="12" name="Lista problema 2"/>
          <p:cNvSpPr txBox="1"/>
          <p:nvPr/>
        </p:nvSpPr>
        <p:spPr>
          <a:xfrm>
            <a:off x="6551676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Ocupação difícil de acompanhar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Sem registo organizado de entradas e saídas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Sem forma de garantir lugar a quem já planeou a chegada</a:t>
            </a:r>
            <a:endParaRPr lang="en-US" sz="1800"/>
          </a:p>
        </p:txBody>
      </p:sp>
      <p:pic>
        <p:nvPicPr>
          <p:cNvPr id="16" name="Imagem 15" descr="Condutor - ícones de do utilizador grátis">
            <a:extLst>
              <a:ext uri="{FF2B5EF4-FFF2-40B4-BE49-F238E27FC236}">
                <a16:creationId xmlns:a16="http://schemas.microsoft.com/office/drawing/2014/main" id="{D4BE7B61-D001-5D8D-CA33-444EA935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913" y="4023360"/>
            <a:ext cx="1798803" cy="1798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Como funciona</a:t>
            </a:r>
            <a:endParaRPr lang="en-US" sz="3800"/>
          </a:p>
        </p:txBody>
      </p:sp>
      <p:sp>
        <p:nvSpPr>
          <p:cNvPr id="3" name="Passo 1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Ver vagas livres círculo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Ver vagas livres ícone" descr="Ver vagas liv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6" name="Título passo 1"/>
          <p:cNvSpPr txBox="1"/>
          <p:nvPr/>
        </p:nvSpPr>
        <p:spPr>
          <a:xfrm>
            <a:off x="822960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Ver vagas livres</a:t>
            </a:r>
            <a:endParaRPr lang="en-US" sz="1800"/>
          </a:p>
        </p:txBody>
      </p:sp>
      <p:sp>
        <p:nvSpPr>
          <p:cNvPr id="7" name="Texto passo 1"/>
          <p:cNvSpPr txBox="1"/>
          <p:nvPr/>
        </p:nvSpPr>
        <p:spPr>
          <a:xfrm>
            <a:off x="822960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O cliente vê quantas vagas há, atualizado a cada entrada ou saída.</a:t>
            </a:r>
            <a:endParaRPr lang="en-US" sz="1400"/>
          </a:p>
        </p:txBody>
      </p:sp>
      <p:sp>
        <p:nvSpPr>
          <p:cNvPr id="8" name="Seta 1"/>
          <p:cNvSpPr/>
          <p:nvPr/>
        </p:nvSpPr>
        <p:spPr>
          <a:xfrm>
            <a:off x="3143250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sso 2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Reservar círculo"/>
          <p:cNvSpPr/>
          <p:nvPr/>
        </p:nvSpPr>
        <p:spPr>
          <a:xfrm>
            <a:off x="366445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Reservar ícone" descr="Reserv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931670"/>
            <a:ext cx="297180" cy="297180"/>
          </a:xfrm>
          <a:prstGeom prst="rect">
            <a:avLst/>
          </a:prstGeom>
        </p:spPr>
      </p:pic>
      <p:sp>
        <p:nvSpPr>
          <p:cNvPr id="12" name="Título passo 2"/>
          <p:cNvSpPr txBox="1"/>
          <p:nvPr/>
        </p:nvSpPr>
        <p:spPr>
          <a:xfrm>
            <a:off x="3664458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Reservar</a:t>
            </a:r>
            <a:endParaRPr lang="en-US" sz="1800"/>
          </a:p>
        </p:txBody>
      </p:sp>
      <p:sp>
        <p:nvSpPr>
          <p:cNvPr id="13" name="Texto passo 2"/>
          <p:cNvSpPr txBox="1"/>
          <p:nvPr/>
        </p:nvSpPr>
        <p:spPr>
          <a:xfrm>
            <a:off x="3664458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Reserva uma vaga antes de sair de casa.</a:t>
            </a:r>
            <a:endParaRPr lang="en-US" sz="1400"/>
          </a:p>
        </p:txBody>
      </p:sp>
      <p:sp>
        <p:nvSpPr>
          <p:cNvPr id="14" name="Seta 2"/>
          <p:cNvSpPr/>
          <p:nvPr/>
        </p:nvSpPr>
        <p:spPr>
          <a:xfrm>
            <a:off x="5984748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Passo 3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QR code círculo"/>
          <p:cNvSpPr/>
          <p:nvPr/>
        </p:nvSpPr>
        <p:spPr>
          <a:xfrm>
            <a:off x="650595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QR code ícone" descr="QR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46" y="1931670"/>
            <a:ext cx="297180" cy="297180"/>
          </a:xfrm>
          <a:prstGeom prst="rect">
            <a:avLst/>
          </a:prstGeom>
        </p:spPr>
      </p:pic>
      <p:sp>
        <p:nvSpPr>
          <p:cNvPr id="18" name="Título passo 3"/>
          <p:cNvSpPr txBox="1"/>
          <p:nvPr/>
        </p:nvSpPr>
        <p:spPr>
          <a:xfrm>
            <a:off x="6505956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QR code</a:t>
            </a:r>
            <a:endParaRPr lang="en-US" sz="1800"/>
          </a:p>
        </p:txBody>
      </p:sp>
      <p:sp>
        <p:nvSpPr>
          <p:cNvPr id="19" name="Texto passo 3"/>
          <p:cNvSpPr txBox="1"/>
          <p:nvPr/>
        </p:nvSpPr>
        <p:spPr>
          <a:xfrm>
            <a:off x="6505956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À chegada, a app mostra o QR code do cliente.</a:t>
            </a:r>
            <a:endParaRPr lang="en-US" sz="1400"/>
          </a:p>
        </p:txBody>
      </p:sp>
      <p:sp>
        <p:nvSpPr>
          <p:cNvPr id="20" name="Seta 3"/>
          <p:cNvSpPr/>
          <p:nvPr/>
        </p:nvSpPr>
        <p:spPr>
          <a:xfrm>
            <a:off x="8826246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Passo 4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Cancela simulada círculo"/>
          <p:cNvSpPr/>
          <p:nvPr/>
        </p:nvSpPr>
        <p:spPr>
          <a:xfrm>
            <a:off x="934745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Cancela simulada ícone" descr="Cancela simulad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1931670"/>
            <a:ext cx="297180" cy="297180"/>
          </a:xfrm>
          <a:prstGeom prst="rect">
            <a:avLst/>
          </a:prstGeom>
        </p:spPr>
      </p:pic>
      <p:sp>
        <p:nvSpPr>
          <p:cNvPr id="24" name="Título passo 4"/>
          <p:cNvSpPr txBox="1"/>
          <p:nvPr/>
        </p:nvSpPr>
        <p:spPr>
          <a:xfrm>
            <a:off x="9347454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Cancela simulada</a:t>
            </a:r>
            <a:endParaRPr lang="en-US" sz="1800"/>
          </a:p>
        </p:txBody>
      </p:sp>
      <p:sp>
        <p:nvSpPr>
          <p:cNvPr id="25" name="Texto passo 4"/>
          <p:cNvSpPr txBox="1"/>
          <p:nvPr/>
        </p:nvSpPr>
        <p:spPr>
          <a:xfrm>
            <a:off x="9347454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Lê o QR, deixa entrar e atualiza a contagem de vagas.</a:t>
            </a:r>
            <a:endParaRPr lang="en-US" sz="1400"/>
          </a:p>
        </p:txBody>
      </p:sp>
      <p:sp>
        <p:nvSpPr>
          <p:cNvPr id="26" name="Perfil 1"/>
          <p:cNvSpPr/>
          <p:nvPr/>
        </p:nvSpPr>
        <p:spPr>
          <a:xfrm>
            <a:off x="548640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Cliente círculo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Cliente ícone" descr="Clien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" y="4560570"/>
            <a:ext cx="251460" cy="251460"/>
          </a:xfrm>
          <a:prstGeom prst="rect">
            <a:avLst/>
          </a:prstGeom>
        </p:spPr>
      </p:pic>
      <p:sp>
        <p:nvSpPr>
          <p:cNvPr id="29" name="Título perfil 1"/>
          <p:cNvSpPr txBox="1"/>
          <p:nvPr/>
        </p:nvSpPr>
        <p:spPr>
          <a:xfrm>
            <a:off x="1508760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Cliente</a:t>
            </a:r>
            <a:endParaRPr lang="en-US" sz="2000"/>
          </a:p>
        </p:txBody>
      </p:sp>
      <p:sp>
        <p:nvSpPr>
          <p:cNvPr id="30" name="Texto perfil 1"/>
          <p:cNvSpPr txBox="1"/>
          <p:nvPr/>
        </p:nvSpPr>
        <p:spPr>
          <a:xfrm>
            <a:off x="822960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Regista</a:t>
            </a:r>
            <a:r>
              <a:rPr lang="en-US" sz="1600">
                <a:solidFill>
                  <a:schemeClr val="tx2"/>
                </a:solidFill>
              </a:rPr>
              <a:t>-se, </a:t>
            </a:r>
            <a:r>
              <a:rPr lang="en-US" sz="1600" err="1">
                <a:solidFill>
                  <a:schemeClr val="tx2"/>
                </a:solidFill>
              </a:rPr>
              <a:t>vê</a:t>
            </a:r>
            <a:r>
              <a:rPr lang="en-US" sz="1600">
                <a:solidFill>
                  <a:schemeClr val="tx2"/>
                </a:solidFill>
              </a:rPr>
              <a:t> as </a:t>
            </a:r>
            <a:r>
              <a:rPr lang="en-US" sz="1600" err="1">
                <a:solidFill>
                  <a:schemeClr val="tx2"/>
                </a:solidFill>
              </a:rPr>
              <a:t>vagas</a:t>
            </a:r>
            <a:r>
              <a:rPr lang="en-US" sz="1600">
                <a:solidFill>
                  <a:schemeClr val="tx2"/>
                </a:solidFill>
              </a:rPr>
              <a:t> livres, </a:t>
            </a:r>
            <a:r>
              <a:rPr lang="en-US" sz="1600" err="1">
                <a:solidFill>
                  <a:schemeClr val="tx2"/>
                </a:solidFill>
              </a:rPr>
              <a:t>reserva</a:t>
            </a:r>
            <a:r>
              <a:rPr lang="en-US" sz="1600">
                <a:solidFill>
                  <a:schemeClr val="tx2"/>
                </a:solidFill>
              </a:rPr>
              <a:t>, </a:t>
            </a:r>
            <a:r>
              <a:rPr lang="en-US" sz="1600" err="1">
                <a:solidFill>
                  <a:schemeClr val="tx2"/>
                </a:solidFill>
              </a:rPr>
              <a:t>vê</a:t>
            </a:r>
            <a:r>
              <a:rPr lang="en-US" sz="1600">
                <a:solidFill>
                  <a:schemeClr val="tx2"/>
                </a:solidFill>
              </a:rPr>
              <a:t> o </a:t>
            </a:r>
            <a:r>
              <a:rPr lang="en-US" sz="1600" err="1">
                <a:solidFill>
                  <a:schemeClr val="tx2"/>
                </a:solidFill>
              </a:rPr>
              <a:t>parque</a:t>
            </a:r>
            <a:r>
              <a:rPr lang="en-US" sz="1600">
                <a:solidFill>
                  <a:schemeClr val="tx2"/>
                </a:solidFill>
              </a:rPr>
              <a:t> no </a:t>
            </a:r>
            <a:r>
              <a:rPr lang="en-US" sz="1600" err="1">
                <a:solidFill>
                  <a:schemeClr val="tx2"/>
                </a:solidFill>
              </a:rPr>
              <a:t>mapa</a:t>
            </a:r>
            <a:r>
              <a:rPr lang="en-US" sz="1600">
                <a:solidFill>
                  <a:schemeClr val="tx2"/>
                </a:solidFill>
              </a:rPr>
              <a:t> e </a:t>
            </a:r>
            <a:r>
              <a:rPr lang="en-US" sz="1600" err="1">
                <a:solidFill>
                  <a:schemeClr val="tx2"/>
                </a:solidFill>
              </a:rPr>
              <a:t>entra</a:t>
            </a:r>
            <a:r>
              <a:rPr lang="en-US" sz="1600">
                <a:solidFill>
                  <a:schemeClr val="tx2"/>
                </a:solidFill>
              </a:rPr>
              <a:t> com o QR code.</a:t>
            </a:r>
          </a:p>
        </p:txBody>
      </p:sp>
      <p:sp>
        <p:nvSpPr>
          <p:cNvPr id="31" name="Perfil 2"/>
          <p:cNvSpPr/>
          <p:nvPr/>
        </p:nvSpPr>
        <p:spPr>
          <a:xfrm>
            <a:off x="6277356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Administrador círculo"/>
          <p:cNvSpPr/>
          <p:nvPr/>
        </p:nvSpPr>
        <p:spPr>
          <a:xfrm>
            <a:off x="6551676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Administrador ícone" descr="Administrad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406" y="4560570"/>
            <a:ext cx="251460" cy="251460"/>
          </a:xfrm>
          <a:prstGeom prst="rect">
            <a:avLst/>
          </a:prstGeom>
        </p:spPr>
      </p:pic>
      <p:sp>
        <p:nvSpPr>
          <p:cNvPr id="34" name="Título perfil 2"/>
          <p:cNvSpPr txBox="1"/>
          <p:nvPr/>
        </p:nvSpPr>
        <p:spPr>
          <a:xfrm>
            <a:off x="7237476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Administrador</a:t>
            </a:r>
            <a:endParaRPr lang="en-US" sz="2000"/>
          </a:p>
        </p:txBody>
      </p:sp>
      <p:sp>
        <p:nvSpPr>
          <p:cNvPr id="35" name="Texto perfil 2"/>
          <p:cNvSpPr txBox="1"/>
          <p:nvPr/>
        </p:nvSpPr>
        <p:spPr>
          <a:xfrm>
            <a:off x="6551676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Define a lotação e o preço da diária, consulta reservas, vê a ocupação em tempo real e os registos de entrada e saída.</a:t>
            </a:r>
            <a:endParaRPr lang="en-US" sz="1600"/>
          </a:p>
        </p:txBody>
      </p:sp>
      <p:pic>
        <p:nvPicPr>
          <p:cNvPr id="36" name="Imagem 35" descr="Baixar Lugar De Estacionamento Icon em SVG, PNG para Mapas e navegação |  IconScout">
            <a:extLst>
              <a:ext uri="{FF2B5EF4-FFF2-40B4-BE49-F238E27FC236}">
                <a16:creationId xmlns:a16="http://schemas.microsoft.com/office/drawing/2014/main" id="{B570F6C1-36AE-8663-13A4-9BA8EAD89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3287" y="4201160"/>
            <a:ext cx="161544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/>
              <a:t>O </a:t>
            </a:r>
            <a:r>
              <a:rPr lang="en-US" sz="3800" b="1" err="1"/>
              <a:t>que</a:t>
            </a:r>
            <a:r>
              <a:rPr lang="en-US" sz="3800" b="1"/>
              <a:t> </a:t>
            </a:r>
            <a:r>
              <a:rPr lang="en-US" sz="3800" b="1" err="1"/>
              <a:t>entra</a:t>
            </a:r>
            <a:r>
              <a:rPr lang="en-US" sz="3800" b="1"/>
              <a:t> e o </a:t>
            </a:r>
            <a:r>
              <a:rPr lang="en-US" sz="3800" b="1" err="1"/>
              <a:t>que</a:t>
            </a:r>
            <a:r>
              <a:rPr lang="en-US" sz="3800" b="1"/>
              <a:t> </a:t>
            </a:r>
            <a:r>
              <a:rPr lang="en-US" sz="3800" b="1" err="1"/>
              <a:t>fica</a:t>
            </a:r>
            <a:r>
              <a:rPr lang="en-US" sz="3800" b="1"/>
              <a:t> de </a:t>
            </a:r>
            <a:r>
              <a:rPr lang="en-US"/>
              <a:t>fora!</a:t>
            </a:r>
          </a:p>
        </p:txBody>
      </p:sp>
      <p:sp>
        <p:nvSpPr>
          <p:cNvPr id="3" name="Cartão âmbito 1"/>
          <p:cNvSpPr/>
          <p:nvPr/>
        </p:nvSpPr>
        <p:spPr>
          <a:xfrm>
            <a:off x="721360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Etiqueta âmbito 1"/>
          <p:cNvSpPr/>
          <p:nvPr/>
        </p:nvSpPr>
        <p:spPr>
          <a:xfrm>
            <a:off x="995680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o etiqueta 1"/>
          <p:cNvSpPr txBox="1"/>
          <p:nvPr/>
        </p:nvSpPr>
        <p:spPr>
          <a:xfrm>
            <a:off x="995680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Essencial</a:t>
            </a:r>
            <a:endParaRPr lang="en-US" sz="1800"/>
          </a:p>
        </p:txBody>
      </p:sp>
      <p:sp>
        <p:nvSpPr>
          <p:cNvPr id="6" name="Lista âmbito 1"/>
          <p:cNvSpPr txBox="1"/>
          <p:nvPr/>
        </p:nvSpPr>
        <p:spPr>
          <a:xfrm>
            <a:off x="995680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Registro e login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Ver </a:t>
            </a:r>
            <a:r>
              <a:rPr lang="en-US" sz="1600" err="1"/>
              <a:t>vagas</a:t>
            </a:r>
            <a:r>
              <a:rPr lang="en-US" sz="1600"/>
              <a:t> livres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Reservar</a:t>
            </a:r>
            <a:r>
              <a:rPr lang="en-US" sz="1600"/>
              <a:t> </a:t>
            </a:r>
            <a:r>
              <a:rPr lang="en-US" sz="1600" err="1"/>
              <a:t>uma</a:t>
            </a:r>
            <a:r>
              <a:rPr lang="en-US" sz="1600"/>
              <a:t> </a:t>
            </a:r>
            <a:r>
              <a:rPr lang="en-US" sz="1600" err="1"/>
              <a:t>vaga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QR code à </a:t>
            </a:r>
            <a:r>
              <a:rPr lang="en-US" sz="1600" err="1"/>
              <a:t>chegada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</a:t>
            </a:r>
            <a:r>
              <a:rPr lang="en-US" sz="1600" err="1"/>
              <a:t>simulada</a:t>
            </a:r>
            <a:r>
              <a:rPr lang="en-US" sz="1600"/>
              <a:t> (entrada e </a:t>
            </a:r>
            <a:r>
              <a:rPr lang="en-US" sz="1600" err="1"/>
              <a:t>saída</a:t>
            </a:r>
            <a:r>
              <a:rPr lang="en-US" sz="1600"/>
              <a:t>)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Lotação</a:t>
            </a:r>
            <a:r>
              <a:rPr lang="en-US" sz="1600"/>
              <a:t> e </a:t>
            </a:r>
            <a:r>
              <a:rPr lang="en-US" sz="1600" err="1"/>
              <a:t>ocupação</a:t>
            </a:r>
            <a:r>
              <a:rPr lang="en-US" sz="1600"/>
              <a:t> </a:t>
            </a:r>
            <a:r>
              <a:rPr lang="en-US" sz="1600" err="1"/>
              <a:t>em</a:t>
            </a:r>
            <a:r>
              <a:rPr lang="en-US" sz="1600"/>
              <a:t> tempo real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7" name="Cartão âmbito 2"/>
          <p:cNvSpPr/>
          <p:nvPr/>
        </p:nvSpPr>
        <p:spPr>
          <a:xfrm>
            <a:off x="4510024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Etiqueta âmbito 2"/>
          <p:cNvSpPr/>
          <p:nvPr/>
        </p:nvSpPr>
        <p:spPr>
          <a:xfrm>
            <a:off x="4784344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o etiqueta 2"/>
          <p:cNvSpPr txBox="1"/>
          <p:nvPr/>
        </p:nvSpPr>
        <p:spPr>
          <a:xfrm>
            <a:off x="4784344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Desejável</a:t>
            </a:r>
            <a:endParaRPr lang="en-US" sz="1800"/>
          </a:p>
        </p:txBody>
      </p:sp>
      <p:sp>
        <p:nvSpPr>
          <p:cNvPr id="10" name="Lista âmbito 2"/>
          <p:cNvSpPr txBox="1"/>
          <p:nvPr/>
        </p:nvSpPr>
        <p:spPr>
          <a:xfrm>
            <a:off x="4784344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Mapa com a localização do parque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Consultar reservas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Registos de entrada e saída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Preço da diária</a:t>
            </a:r>
            <a:endParaRPr lang="en-US" sz="1600"/>
          </a:p>
        </p:txBody>
      </p:sp>
      <p:sp>
        <p:nvSpPr>
          <p:cNvPr id="11" name="Cartão âmbito 3"/>
          <p:cNvSpPr/>
          <p:nvPr/>
        </p:nvSpPr>
        <p:spPr>
          <a:xfrm>
            <a:off x="8298688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Etiqueta âmbito 3"/>
          <p:cNvSpPr/>
          <p:nvPr/>
        </p:nvSpPr>
        <p:spPr>
          <a:xfrm>
            <a:off x="8573008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o etiqueta 3"/>
          <p:cNvSpPr txBox="1"/>
          <p:nvPr/>
        </p:nvSpPr>
        <p:spPr>
          <a:xfrm>
            <a:off x="8573008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Fica de fora</a:t>
            </a:r>
            <a:endParaRPr lang="en-US" sz="1800"/>
          </a:p>
        </p:txBody>
      </p:sp>
      <p:sp>
        <p:nvSpPr>
          <p:cNvPr id="14" name="Lista âmbito 3"/>
          <p:cNvSpPr txBox="1"/>
          <p:nvPr/>
        </p:nvSpPr>
        <p:spPr>
          <a:xfrm>
            <a:off x="8573008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</a:t>
            </a:r>
            <a:r>
              <a:rPr lang="en-US" sz="1600" err="1"/>
              <a:t>física</a:t>
            </a:r>
            <a:r>
              <a:rPr lang="en-US" sz="1600"/>
              <a:t> </a:t>
            </a:r>
            <a:r>
              <a:rPr lang="en-US" sz="1600" err="1"/>
              <a:t>ou</a:t>
            </a:r>
            <a:r>
              <a:rPr lang="en-US" sz="1600"/>
              <a:t> outro hardware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Leitura</a:t>
            </a:r>
            <a:r>
              <a:rPr lang="en-US" sz="1600"/>
              <a:t> de </a:t>
            </a:r>
            <a:r>
              <a:rPr lang="en-US" sz="1600" err="1"/>
              <a:t>matrículas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Vários </a:t>
            </a:r>
            <a:r>
              <a:rPr lang="en-US" sz="1600" err="1"/>
              <a:t>parques</a:t>
            </a:r>
            <a:endParaRPr lang="en-US" sz="1600" err="1">
              <a:ea typeface="Calibri"/>
              <a:cs typeface="Calibri"/>
            </a:endParaRPr>
          </a:p>
        </p:txBody>
      </p:sp>
      <p:pic>
        <p:nvPicPr>
          <p:cNvPr id="17" name="Picture 16" descr="Sem Logotipo De Estacionamento Png">
            <a:extLst>
              <a:ext uri="{FF2B5EF4-FFF2-40B4-BE49-F238E27FC236}">
                <a16:creationId xmlns:a16="http://schemas.microsoft.com/office/drawing/2014/main" id="{E336C55C-EDD5-59E8-4C51-E0511983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56" b="-658"/>
          <a:stretch>
            <a:fillRect/>
          </a:stretch>
        </p:blipFill>
        <p:spPr>
          <a:xfrm>
            <a:off x="9178290" y="458152"/>
            <a:ext cx="2867668" cy="1562789"/>
          </a:xfrm>
          <a:prstGeom prst="rect">
            <a:avLst/>
          </a:prstGeom>
        </p:spPr>
      </p:pic>
      <p:pic>
        <p:nvPicPr>
          <p:cNvPr id="19" name="Picture 34">
            <a:extLst>
              <a:ext uri="{FF2B5EF4-FFF2-40B4-BE49-F238E27FC236}">
                <a16:creationId xmlns:a16="http://schemas.microsoft.com/office/drawing/2014/main" id="{3951F4D1-F443-2F05-A4F4-427E74B46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078" y="634736"/>
            <a:ext cx="1887220" cy="1660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ssoa 1">
            <a:extLst>
              <a:ext uri="{FF2B5EF4-FFF2-40B4-BE49-F238E27FC236}">
                <a16:creationId xmlns:a16="http://schemas.microsoft.com/office/drawing/2014/main" id="{D46166A1-AE1F-2E6C-4C99-90DCDA583645}"/>
              </a:ext>
            </a:extLst>
          </p:cNvPr>
          <p:cNvSpPr/>
          <p:nvPr/>
        </p:nvSpPr>
        <p:spPr>
          <a:xfrm>
            <a:off x="5188789" y="5577840"/>
            <a:ext cx="603504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Pessoa 2">
            <a:extLst>
              <a:ext uri="{FF2B5EF4-FFF2-40B4-BE49-F238E27FC236}">
                <a16:creationId xmlns:a16="http://schemas.microsoft.com/office/drawing/2014/main" id="{18B5A0A9-827D-F69E-A983-1DBFE1EFADAE}"/>
              </a:ext>
            </a:extLst>
          </p:cNvPr>
          <p:cNvSpPr/>
          <p:nvPr/>
        </p:nvSpPr>
        <p:spPr>
          <a:xfrm>
            <a:off x="5212080" y="1280160"/>
            <a:ext cx="6035040" cy="3938821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Equipa e tecnologias</a:t>
            </a:r>
            <a:endParaRPr lang="en-US" sz="3800"/>
          </a:p>
        </p:txBody>
      </p:sp>
      <p:sp>
        <p:nvSpPr>
          <p:cNvPr id="3" name="Título equipa"/>
          <p:cNvSpPr txBox="1"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1"/>
                </a:solidFill>
              </a:rPr>
              <a:t>Equipa</a:t>
            </a:r>
            <a:endParaRPr lang="en-US" sz="2200"/>
          </a:p>
        </p:txBody>
      </p:sp>
      <p:sp>
        <p:nvSpPr>
          <p:cNvPr id="4" name="Pessoa 1"/>
          <p:cNvSpPr/>
          <p:nvPr/>
        </p:nvSpPr>
        <p:spPr>
          <a:xfrm>
            <a:off x="548640" y="2057400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[Nome 1] círculo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[Nome 1] ícone" descr="[Nome 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274320" cy="274320"/>
          </a:xfrm>
          <a:prstGeom prst="rect">
            <a:avLst/>
          </a:prstGeom>
        </p:spPr>
      </p:pic>
      <p:sp>
        <p:nvSpPr>
          <p:cNvPr id="7" name="Nome 1"/>
          <p:cNvSpPr txBox="1"/>
          <p:nvPr/>
        </p:nvSpPr>
        <p:spPr>
          <a:xfrm>
            <a:off x="1600200" y="2471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Ygor Eto</a:t>
            </a:r>
            <a:endParaRPr lang="en-US" sz="1800"/>
          </a:p>
        </p:txBody>
      </p:sp>
      <p:sp>
        <p:nvSpPr>
          <p:cNvPr id="9" name="Pessoa 2"/>
          <p:cNvSpPr/>
          <p:nvPr/>
        </p:nvSpPr>
        <p:spPr>
          <a:xfrm>
            <a:off x="548640" y="3337560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[Nome 2] círculo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[Nome 2] ícone" descr="[Nome 2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49040"/>
            <a:ext cx="274320" cy="274320"/>
          </a:xfrm>
          <a:prstGeom prst="rect">
            <a:avLst/>
          </a:prstGeom>
        </p:spPr>
      </p:pic>
      <p:sp>
        <p:nvSpPr>
          <p:cNvPr id="12" name="Nome 2"/>
          <p:cNvSpPr txBox="1"/>
          <p:nvPr/>
        </p:nvSpPr>
        <p:spPr>
          <a:xfrm>
            <a:off x="1600200" y="3701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Lucas Santos</a:t>
            </a:r>
            <a:endParaRPr lang="en-US" sz="1800"/>
          </a:p>
        </p:txBody>
      </p:sp>
      <p:sp>
        <p:nvSpPr>
          <p:cNvPr id="16" name="Título tecnologias"/>
          <p:cNvSpPr txBox="1"/>
          <p:nvPr/>
        </p:nvSpPr>
        <p:spPr>
          <a:xfrm>
            <a:off x="55778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err="1">
                <a:solidFill>
                  <a:schemeClr val="accent1"/>
                </a:solidFill>
              </a:rPr>
              <a:t>Tecnologias</a:t>
            </a:r>
            <a:endParaRPr lang="en-US" sz="2200"/>
          </a:p>
        </p:txBody>
      </p:sp>
      <p:sp>
        <p:nvSpPr>
          <p:cNvPr id="17" name="Tech rótulo 1"/>
          <p:cNvSpPr txBox="1"/>
          <p:nvPr/>
        </p:nvSpPr>
        <p:spPr>
          <a:xfrm>
            <a:off x="557784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Frontend</a:t>
            </a:r>
            <a:endParaRPr lang="en-US" sz="1600"/>
          </a:p>
        </p:txBody>
      </p:sp>
      <p:sp>
        <p:nvSpPr>
          <p:cNvPr id="18" name="Tech valor 1"/>
          <p:cNvSpPr txBox="1"/>
          <p:nvPr/>
        </p:nvSpPr>
        <p:spPr>
          <a:xfrm>
            <a:off x="749808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HTML, JavaScript, CSS e Bootstrap</a:t>
            </a:r>
            <a:endParaRPr lang="en-US" sz="1600"/>
          </a:p>
        </p:txBody>
      </p:sp>
      <p:sp>
        <p:nvSpPr>
          <p:cNvPr id="19" name="Tech rótulo 2"/>
          <p:cNvSpPr txBox="1"/>
          <p:nvPr/>
        </p:nvSpPr>
        <p:spPr>
          <a:xfrm>
            <a:off x="557784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Design</a:t>
            </a:r>
            <a:endParaRPr lang="en-US" sz="1600"/>
          </a:p>
        </p:txBody>
      </p:sp>
      <p:sp>
        <p:nvSpPr>
          <p:cNvPr id="20" name="Tech valor 2"/>
          <p:cNvSpPr txBox="1"/>
          <p:nvPr/>
        </p:nvSpPr>
        <p:spPr>
          <a:xfrm>
            <a:off x="7498080" y="2560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Figma</a:t>
            </a:r>
            <a:endParaRPr lang="en-US" sz="1600"/>
          </a:p>
        </p:txBody>
      </p:sp>
      <p:sp>
        <p:nvSpPr>
          <p:cNvPr id="21" name="Tech rótulo 3"/>
          <p:cNvSpPr txBox="1"/>
          <p:nvPr/>
        </p:nvSpPr>
        <p:spPr>
          <a:xfrm>
            <a:off x="557784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Backend</a:t>
            </a:r>
            <a:endParaRPr lang="en-US" sz="1600"/>
          </a:p>
        </p:txBody>
      </p:sp>
      <p:sp>
        <p:nvSpPr>
          <p:cNvPr id="22" name="Tech valor 3"/>
          <p:cNvSpPr txBox="1"/>
          <p:nvPr/>
        </p:nvSpPr>
        <p:spPr>
          <a:xfrm>
            <a:off x="749808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PHP</a:t>
            </a:r>
            <a:endParaRPr lang="en-US" sz="1600"/>
          </a:p>
        </p:txBody>
      </p:sp>
      <p:sp>
        <p:nvSpPr>
          <p:cNvPr id="23" name="Tech rótulo 4"/>
          <p:cNvSpPr txBox="1"/>
          <p:nvPr/>
        </p:nvSpPr>
        <p:spPr>
          <a:xfrm>
            <a:off x="557784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Base de dados</a:t>
            </a:r>
            <a:endParaRPr lang="en-US" sz="1600"/>
          </a:p>
        </p:txBody>
      </p:sp>
      <p:sp>
        <p:nvSpPr>
          <p:cNvPr id="24" name="Tech valor 4"/>
          <p:cNvSpPr txBox="1"/>
          <p:nvPr/>
        </p:nvSpPr>
        <p:spPr>
          <a:xfrm>
            <a:off x="7498080" y="3566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MySQL</a:t>
            </a:r>
            <a:endParaRPr lang="en-US" sz="1600"/>
          </a:p>
        </p:txBody>
      </p:sp>
      <p:sp>
        <p:nvSpPr>
          <p:cNvPr id="25" name="Tech rótulo 5"/>
          <p:cNvSpPr txBox="1"/>
          <p:nvPr/>
        </p:nvSpPr>
        <p:spPr>
          <a:xfrm>
            <a:off x="557784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chemeClr val="tx1"/>
                </a:solidFill>
              </a:rPr>
              <a:t>Repositório</a:t>
            </a:r>
            <a:endParaRPr lang="en-US" sz="1600"/>
          </a:p>
        </p:txBody>
      </p:sp>
      <p:sp>
        <p:nvSpPr>
          <p:cNvPr id="26" name="Tech valor 5"/>
          <p:cNvSpPr txBox="1"/>
          <p:nvPr/>
        </p:nvSpPr>
        <p:spPr>
          <a:xfrm>
            <a:off x="749808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Git e GitHub</a:t>
            </a:r>
            <a:endParaRPr lang="en-US" sz="16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850A9F4-4767-255A-8792-112559BE187A}"/>
              </a:ext>
            </a:extLst>
          </p:cNvPr>
          <p:cNvSpPr txBox="1"/>
          <p:nvPr/>
        </p:nvSpPr>
        <p:spPr>
          <a:xfrm>
            <a:off x="6094476" y="5837216"/>
            <a:ext cx="4206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Ao </a:t>
            </a:r>
            <a:r>
              <a:rPr lang="en-US" sz="1600" b="1" err="1"/>
              <a:t>longo</a:t>
            </a:r>
            <a:r>
              <a:rPr lang="en-US" sz="1600" b="1"/>
              <a:t> do </a:t>
            </a:r>
            <a:r>
              <a:rPr lang="en-US" sz="1600" b="1" err="1"/>
              <a:t>projeto</a:t>
            </a:r>
            <a:r>
              <a:rPr lang="en-US" sz="1600" b="1"/>
              <a:t> </a:t>
            </a:r>
            <a:r>
              <a:rPr lang="en-US" sz="1600" b="1" err="1"/>
              <a:t>outras</a:t>
            </a:r>
            <a:r>
              <a:rPr lang="en-US" sz="1600" b="1"/>
              <a:t> </a:t>
            </a:r>
            <a:r>
              <a:rPr lang="en-US" sz="1600" b="1" err="1"/>
              <a:t>tecnologias</a:t>
            </a:r>
            <a:r>
              <a:rPr lang="en-US" sz="1600" b="1"/>
              <a:t> </a:t>
            </a:r>
            <a:r>
              <a:rPr lang="en-US" sz="1600" b="1" err="1"/>
              <a:t>serão</a:t>
            </a:r>
            <a:r>
              <a:rPr lang="en-US" sz="1600" b="1"/>
              <a:t> </a:t>
            </a:r>
            <a:r>
              <a:rPr lang="en-US" sz="1600" b="1" err="1"/>
              <a:t>utilizadas</a:t>
            </a:r>
            <a:endParaRPr lang="en-US" sz="1600"/>
          </a:p>
          <a:p>
            <a:endParaRPr lang="pt-BR"/>
          </a:p>
        </p:txBody>
      </p:sp>
      <p:sp>
        <p:nvSpPr>
          <p:cNvPr id="15" name="Tech rótulo 5">
            <a:extLst>
              <a:ext uri="{FF2B5EF4-FFF2-40B4-BE49-F238E27FC236}">
                <a16:creationId xmlns:a16="http://schemas.microsoft.com/office/drawing/2014/main" id="{16FBF392-6809-1C61-5ED2-5F61A03E26F3}"/>
              </a:ext>
            </a:extLst>
          </p:cNvPr>
          <p:cNvSpPr txBox="1"/>
          <p:nvPr/>
        </p:nvSpPr>
        <p:spPr>
          <a:xfrm>
            <a:off x="5577840" y="45242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/>
              <a:t>Apoio</a:t>
            </a:r>
            <a:endParaRPr lang="en-US" sz="1600" err="1"/>
          </a:p>
        </p:txBody>
      </p:sp>
      <p:sp>
        <p:nvSpPr>
          <p:cNvPr id="28" name="Tech valor 5">
            <a:extLst>
              <a:ext uri="{FF2B5EF4-FFF2-40B4-BE49-F238E27FC236}">
                <a16:creationId xmlns:a16="http://schemas.microsoft.com/office/drawing/2014/main" id="{422A81CF-9BB5-D9B9-B82E-03FD44891DD9}"/>
              </a:ext>
            </a:extLst>
          </p:cNvPr>
          <p:cNvSpPr txBox="1"/>
          <p:nvPr/>
        </p:nvSpPr>
        <p:spPr>
          <a:xfrm>
            <a:off x="7498080" y="4524267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Inteligência</a:t>
            </a:r>
            <a:r>
              <a:rPr lang="en-US" sz="1600">
                <a:solidFill>
                  <a:schemeClr val="tx2"/>
                </a:solidFill>
              </a:rPr>
              <a:t> artificial</a:t>
            </a:r>
            <a:endParaRPr lang="en-US" sz="1600"/>
          </a:p>
        </p:txBody>
      </p:sp>
      <p:pic>
        <p:nvPicPr>
          <p:cNvPr id="36" name="Picture 35" descr="Github Logo PNG Images Transparent Free Download">
            <a:extLst>
              <a:ext uri="{FF2B5EF4-FFF2-40B4-BE49-F238E27FC236}">
                <a16:creationId xmlns:a16="http://schemas.microsoft.com/office/drawing/2014/main" id="{760BD561-8DAB-D786-4624-37F86016B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278" y="4055331"/>
            <a:ext cx="780403" cy="438977"/>
          </a:xfrm>
          <a:prstGeom prst="rect">
            <a:avLst/>
          </a:prstGeom>
        </p:spPr>
      </p:pic>
      <p:pic>
        <p:nvPicPr>
          <p:cNvPr id="8" name="Imagem 7" descr="Figma Logo Square Outline Icon Figma App Editable Transparent Background  Premium Social Media Design for Digital Download. 65386863 PNG">
            <a:extLst>
              <a:ext uri="{FF2B5EF4-FFF2-40B4-BE49-F238E27FC236}">
                <a16:creationId xmlns:a16="http://schemas.microsoft.com/office/drawing/2014/main" id="{843BC886-D45E-4A2E-71AA-BC6674D05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278" y="2385419"/>
            <a:ext cx="789174" cy="789174"/>
          </a:xfrm>
          <a:prstGeom prst="rect">
            <a:avLst/>
          </a:prstGeom>
        </p:spPr>
      </p:pic>
      <p:pic>
        <p:nvPicPr>
          <p:cNvPr id="37" name="Picture 36" descr="Mysql Logo Png">
            <a:extLst>
              <a:ext uri="{FF2B5EF4-FFF2-40B4-BE49-F238E27FC236}">
                <a16:creationId xmlns:a16="http://schemas.microsoft.com/office/drawing/2014/main" id="{210C9F65-A48C-C105-BC16-2C73EE582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6965" y="3534386"/>
            <a:ext cx="475028" cy="475028"/>
          </a:xfrm>
          <a:prstGeom prst="rect">
            <a:avLst/>
          </a:prstGeom>
        </p:spPr>
      </p:pic>
      <p:pic>
        <p:nvPicPr>
          <p:cNvPr id="14" name="Imagem 13" descr="Atenção Icon PNGs para download gratuito">
            <a:extLst>
              <a:ext uri="{FF2B5EF4-FFF2-40B4-BE49-F238E27FC236}">
                <a16:creationId xmlns:a16="http://schemas.microsoft.com/office/drawing/2014/main" id="{28205B31-32B2-6B6D-8A2C-FB85CD7A9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558" y="5791496"/>
            <a:ext cx="669968" cy="669968"/>
          </a:xfrm>
          <a:prstGeom prst="rect">
            <a:avLst/>
          </a:prstGeom>
        </p:spPr>
      </p:pic>
      <p:pic>
        <p:nvPicPr>
          <p:cNvPr id="40" name="Picture 39" descr="Download HD Html Css Icon Png Transparent PNG Image - NicePNG.com">
            <a:extLst>
              <a:ext uri="{FF2B5EF4-FFF2-40B4-BE49-F238E27FC236}">
                <a16:creationId xmlns:a16="http://schemas.microsoft.com/office/drawing/2014/main" id="{D942D2E5-2F2B-FEF2-E862-E04C94A8B1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6931" y="1421789"/>
            <a:ext cx="1759212" cy="638463"/>
          </a:xfrm>
          <a:prstGeom prst="rect">
            <a:avLst/>
          </a:prstGeom>
        </p:spPr>
      </p:pic>
      <p:pic>
        <p:nvPicPr>
          <p:cNvPr id="29" name="Imagem 28" descr="PHP Logo PNG Vector (SVG) Free Download">
            <a:extLst>
              <a:ext uri="{FF2B5EF4-FFF2-40B4-BE49-F238E27FC236}">
                <a16:creationId xmlns:a16="http://schemas.microsoft.com/office/drawing/2014/main" id="{6FA752D1-F533-E052-771D-A92ED7EFC7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6965" y="3067643"/>
            <a:ext cx="414069" cy="414069"/>
          </a:xfrm>
          <a:prstGeom prst="rect">
            <a:avLst/>
          </a:prstGeom>
        </p:spPr>
      </p:pic>
      <p:pic>
        <p:nvPicPr>
          <p:cNvPr id="34" name="Imagem 33" descr="Bootstrap logo thumbnail transparent PNG - StickPNG">
            <a:extLst>
              <a:ext uri="{FF2B5EF4-FFF2-40B4-BE49-F238E27FC236}">
                <a16:creationId xmlns:a16="http://schemas.microsoft.com/office/drawing/2014/main" id="{627E3D5E-6CEB-A8B1-8A7B-07906D67A3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2503" y="2002792"/>
            <a:ext cx="548587" cy="5485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bg1"/>
                </a:solidFill>
              </a:rPr>
              <a:t>Riscos e próximo passo</a:t>
            </a:r>
            <a:endParaRPr lang="en-US" sz="3800"/>
          </a:p>
        </p:txBody>
      </p:sp>
      <p:sp>
        <p:nvSpPr>
          <p:cNvPr id="3" name="Cartão riscos"/>
          <p:cNvSpPr/>
          <p:nvPr/>
        </p:nvSpPr>
        <p:spPr>
          <a:xfrm>
            <a:off x="548640" y="2286000"/>
            <a:ext cx="5669280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ítulo riscos"/>
          <p:cNvSpPr txBox="1"/>
          <p:nvPr/>
        </p:nvSpPr>
        <p:spPr>
          <a:xfrm>
            <a:off x="746760" y="2540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Riscos</a:t>
            </a:r>
            <a:endParaRPr lang="en-US" sz="2200"/>
          </a:p>
        </p:txBody>
      </p:sp>
      <p:sp>
        <p:nvSpPr>
          <p:cNvPr id="5" name="Lista riscos"/>
          <p:cNvSpPr txBox="1"/>
          <p:nvPr/>
        </p:nvSpPr>
        <p:spPr>
          <a:xfrm>
            <a:off x="746760" y="32918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A cancela é simulada em software, não hardware real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Ainda sem entrevista a utilizadores reais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Regras da reserva por decidir: expira? conta como vaga ocupada?</a:t>
            </a:r>
            <a:endParaRPr lang="en-US" sz="1800"/>
          </a:p>
        </p:txBody>
      </p:sp>
      <p:sp>
        <p:nvSpPr>
          <p:cNvPr id="6" name="Cartão próximo passo"/>
          <p:cNvSpPr/>
          <p:nvPr/>
        </p:nvSpPr>
        <p:spPr>
          <a:xfrm>
            <a:off x="6492240" y="2286000"/>
            <a:ext cx="5148072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ítulo próximo passo"/>
          <p:cNvSpPr txBox="1"/>
          <p:nvPr/>
        </p:nvSpPr>
        <p:spPr>
          <a:xfrm>
            <a:off x="6812280" y="2540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Próximo passo</a:t>
            </a:r>
            <a:endParaRPr lang="en-US" sz="2200"/>
          </a:p>
        </p:txBody>
      </p:sp>
      <p:sp>
        <p:nvSpPr>
          <p:cNvPr id="8" name="Data E2"/>
          <p:cNvSpPr txBox="1"/>
          <p:nvPr/>
        </p:nvSpPr>
        <p:spPr>
          <a:xfrm>
            <a:off x="6812280" y="3423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</a:rPr>
              <a:t>E2 · 22 de outubro</a:t>
            </a:r>
            <a:endParaRPr lang="en-US" sz="1800"/>
          </a:p>
        </p:txBody>
      </p:sp>
      <p:sp>
        <p:nvSpPr>
          <p:cNvPr id="9" name="Texto E2"/>
          <p:cNvSpPr txBox="1"/>
          <p:nvPr/>
        </p:nvSpPr>
        <p:spPr>
          <a:xfrm>
            <a:off x="6812280" y="40589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</a:rPr>
              <a:t>Mapa de navegação, wireframes e protótipo no Figma, mais o cronograma em Gantt.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pidSpot">
  <a:themeElements>
    <a:clrScheme name="rapidSpot">
      <a:dk1>
        <a:srgbClr val="14213D"/>
      </a:dk1>
      <a:lt1>
        <a:srgbClr val="FFFFFF"/>
      </a:lt1>
      <a:dk2>
        <a:srgbClr val="4A5568"/>
      </a:dk2>
      <a:lt2>
        <a:srgbClr val="EEF2F8"/>
      </a:lt2>
      <a:accent1>
        <a:srgbClr val="1F6FEB"/>
      </a:accent1>
      <a:accent2>
        <a:srgbClr val="F5B301"/>
      </a:accent2>
      <a:accent3>
        <a:srgbClr val="0B7A6B"/>
      </a:accent3>
      <a:accent4>
        <a:srgbClr val="E5484D"/>
      </a:accent4>
      <a:accent5>
        <a:srgbClr val="7C5CFC"/>
      </a:accent5>
      <a:accent6>
        <a:srgbClr val="64748B"/>
      </a:accent6>
      <a:hlink>
        <a:srgbClr val="1F6FEB"/>
      </a:hlink>
      <a:folHlink>
        <a:srgbClr val="7C5CFC"/>
      </a:folHlink>
    </a:clrScheme>
    <a:fontScheme name="rapidSp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Ecrã Panorâmico</PresentationFormat>
  <Paragraphs>82</Paragraphs>
  <Slides>7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0" baseType="lpstr">
      <vt:lpstr>Arial</vt:lpstr>
      <vt:lpstr>Calibri</vt:lpstr>
      <vt:lpstr>rapidSpot</vt:lpstr>
      <vt:lpstr>Apresentação do PowerPoint</vt:lpstr>
      <vt:lpstr>Apresentação do PowerPoint</vt:lpstr>
      <vt:lpstr>O problema</vt:lpstr>
      <vt:lpstr>Como funciona</vt:lpstr>
      <vt:lpstr>O que entra e o que fica de fora!</vt:lpstr>
      <vt:lpstr>Equipa e tecnologias</vt:lpstr>
      <vt:lpstr>Riscos e próximo passo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rapidSpot Pitch</dc:title>
  <dc:subject>PptxGenJS Presentation</dc:subject>
  <dc:creator>Equipa rapidSpot</dc:creator>
  <cp:lastModifiedBy>Ygor Gabriel Nunes Eto</cp:lastModifiedBy>
  <cp:revision>1</cp:revision>
  <dcterms:created xsi:type="dcterms:W3CDTF">2026-10-05T12:52:03Z</dcterms:created>
  <dcterms:modified xsi:type="dcterms:W3CDTF">2026-10-05T14:09:06Z</dcterms:modified>
</cp:coreProperties>
</file>