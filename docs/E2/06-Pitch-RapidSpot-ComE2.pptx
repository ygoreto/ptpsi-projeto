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8" r:id="rId12"/>
    <p:sldId id="26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E7F6EEF-9460-37D1-607D-F89EF65ED3A4}">
          <p14:sldIdLst>
            <p14:sldId id="256"/>
          </p14:sldIdLst>
        </p14:section>
        <p14:section name="Problema" id="{6939839C-072F-4DB1-70D4-9775DD2206A0}">
          <p14:sldIdLst>
            <p14:sldId id="262"/>
            <p14:sldId id="257"/>
          </p14:sldIdLst>
        </p14:section>
        <p14:section name="Solução" id="{4A40601A-4136-4D21-A022-9CE956478F65}">
          <p14:sldIdLst>
            <p14:sldId id="258"/>
          </p14:sldIdLst>
        </p14:section>
        <p14:section name="Âmbito" id="{7D5947F7-F268-C258-EEFA-863D2EAA0020}">
          <p14:sldIdLst>
            <p14:sldId id="259"/>
          </p14:sldIdLst>
        </p14:section>
        <p14:section name="Equipa" id="{B4CE1E00-9BED-24C7-9337-FEAC3356A4BB}">
          <p14:sldIdLst>
            <p14:sldId id="260"/>
            <p14:sldId id="263"/>
            <p14:sldId id="264"/>
            <p14:sldId id="265"/>
            <p14:sldId id="266"/>
            <p14:sldId id="268"/>
          </p14:sldIdLst>
        </p14:section>
        <p14:section name="Fecho" id="{E7423929-DCD8-2EAE-5855-FCDDF8C10860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C5B"/>
    <a:srgbClr val="EEF2F8"/>
    <a:srgbClr val="102D5C"/>
    <a:srgbClr val="14213D"/>
    <a:srgbClr val="225ECC"/>
    <a:srgbClr val="005395"/>
    <a:srgbClr val="207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EB49F6-0605-D884-75D7-BA9A3FED6616}" v="36" dt="2026-10-05T13:00:28.269"/>
    <p1510:client id="{AE8F5DCB-0530-29EB-A38C-2B4B987AA8D6}" v="157" dt="2026-10-05T14:05:22.043"/>
    <p1510:client id="{FAC0DFEC-A5B4-4D0C-986F-EF892B74A93C}" v="3093" dt="2026-10-05T14:07:13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Eugénio Lopes dos Santos" userId="S::250000815@esg.ipsantarem.pt::a4618f39-194f-414f-a344-88f377d7aedf" providerId="AD" clId="Web-{AE8F5DCB-0530-29EB-A38C-2B4B987AA8D6}"/>
    <pc:docChg chg="modSld sldOrd">
      <pc:chgData name="Lucas Eugénio Lopes dos Santos" userId="S::250000815@esg.ipsantarem.pt::a4618f39-194f-414f-a344-88f377d7aedf" providerId="AD" clId="Web-{AE8F5DCB-0530-29EB-A38C-2B4B987AA8D6}" dt="2026-10-05T14:05:19.887" v="162"/>
      <pc:docMkLst>
        <pc:docMk/>
      </pc:docMkLst>
      <pc:sldChg chg="modSp">
        <pc:chgData name="Lucas Eugénio Lopes dos Santos" userId="S::250000815@esg.ipsantarem.pt::a4618f39-194f-414f-a344-88f377d7aedf" providerId="AD" clId="Web-{AE8F5DCB-0530-29EB-A38C-2B4B987AA8D6}" dt="2026-10-05T14:04:53.214" v="161" actId="1076"/>
        <pc:sldMkLst>
          <pc:docMk/>
          <pc:sldMk cId="0" sldId="256"/>
        </pc:sldMkLst>
        <pc:spChg chg="mod">
          <ac:chgData name="Lucas Eugénio Lopes dos Santos" userId="S::250000815@esg.ipsantarem.pt::a4618f39-194f-414f-a344-88f377d7aedf" providerId="AD" clId="Web-{AE8F5DCB-0530-29EB-A38C-2B4B987AA8D6}" dt="2026-10-05T14:04:53.214" v="161" actId="1076"/>
          <ac:spMkLst>
            <pc:docMk/>
            <pc:sldMk cId="0" sldId="256"/>
            <ac:spMk id="5" creationId="{00000000-0000-0000-0000-000000000000}"/>
          </ac:spMkLst>
        </pc:spChg>
        <pc:picChg chg="mod">
          <ac:chgData name="Lucas Eugénio Lopes dos Santos" userId="S::250000815@esg.ipsantarem.pt::a4618f39-194f-414f-a344-88f377d7aedf" providerId="AD" clId="Web-{AE8F5DCB-0530-29EB-A38C-2B4B987AA8D6}" dt="2026-10-05T14:04:51.136" v="160" actId="1076"/>
          <ac:picMkLst>
            <pc:docMk/>
            <pc:sldMk cId="0" sldId="256"/>
            <ac:picMk id="6" creationId="{00000000-0000-0000-0000-000000000000}"/>
          </ac:picMkLst>
        </pc:picChg>
        <pc:picChg chg="mod">
          <ac:chgData name="Lucas Eugénio Lopes dos Santos" userId="S::250000815@esg.ipsantarem.pt::a4618f39-194f-414f-a344-88f377d7aedf" providerId="AD" clId="Web-{AE8F5DCB-0530-29EB-A38C-2B4B987AA8D6}" dt="2026-10-05T14:04:38.948" v="159" actId="14100"/>
          <ac:picMkLst>
            <pc:docMk/>
            <pc:sldMk cId="0" sldId="256"/>
            <ac:picMk id="11" creationId="{E22B95F7-AB52-CE8E-0B08-195AADDE0202}"/>
          </ac:picMkLst>
        </pc:picChg>
      </pc:sldChg>
      <pc:sldChg chg="addSp delSp modSp">
        <pc:chgData name="Lucas Eugénio Lopes dos Santos" userId="S::250000815@esg.ipsantarem.pt::a4618f39-194f-414f-a344-88f377d7aedf" providerId="AD" clId="Web-{AE8F5DCB-0530-29EB-A38C-2B4B987AA8D6}" dt="2026-10-05T13:32:26.029" v="93"/>
        <pc:sldMkLst>
          <pc:docMk/>
          <pc:sldMk cId="0" sldId="257"/>
        </pc:sldMkLst>
        <pc:spChg chg="mod">
          <ac:chgData name="Lucas Eugénio Lopes dos Santos" userId="S::250000815@esg.ipsantarem.pt::a4618f39-194f-414f-a344-88f377d7aedf" providerId="AD" clId="Web-{AE8F5DCB-0530-29EB-A38C-2B4B987AA8D6}" dt="2026-10-05T13:32:23.294" v="89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7:08.126" v="62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37.312" v="55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33.687" v="54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29.499" v="53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7:10.923" v="63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56.454" v="6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48.188" v="58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45.078" v="57" actId="1076"/>
          <ac:spMkLst>
            <pc:docMk/>
            <pc:sldMk cId="0" sldId="257"/>
            <ac:spMk id="12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6:25.077" v="52"/>
          <ac:spMkLst>
            <pc:docMk/>
            <pc:sldMk cId="0" sldId="257"/>
            <ac:spMk id="13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6:24.984" v="51"/>
          <ac:spMkLst>
            <pc:docMk/>
            <pc:sldMk cId="0" sldId="257"/>
            <ac:spMk id="14" creationId="{00000000-0000-0000-0000-000000000000}"/>
          </ac:spMkLst>
        </pc:spChg>
        <pc:picChg chg="mod">
          <ac:chgData name="Lucas Eugénio Lopes dos Santos" userId="S::250000815@esg.ipsantarem.pt::a4618f39-194f-414f-a344-88f377d7aedf" providerId="AD" clId="Web-{AE8F5DCB-0530-29EB-A38C-2B4B987AA8D6}" dt="2026-10-05T13:26:40.765" v="56" actId="1076"/>
          <ac:picMkLst>
            <pc:docMk/>
            <pc:sldMk cId="0" sldId="257"/>
            <ac:picMk id="5" creationId="{00000000-0000-0000-0000-000000000000}"/>
          </ac:picMkLst>
        </pc:picChg>
        <pc:picChg chg="mod">
          <ac:chgData name="Lucas Eugénio Lopes dos Santos" userId="S::250000815@esg.ipsantarem.pt::a4618f39-194f-414f-a344-88f377d7aedf" providerId="AD" clId="Web-{AE8F5DCB-0530-29EB-A38C-2B4B987AA8D6}" dt="2026-10-05T13:26:53.313" v="59" actId="1076"/>
          <ac:picMkLst>
            <pc:docMk/>
            <pc:sldMk cId="0" sldId="257"/>
            <ac:picMk id="10" creationId="{00000000-0000-0000-0000-000000000000}"/>
          </ac:picMkLst>
        </pc:picChg>
        <pc:picChg chg="add del mod modCrop">
          <ac:chgData name="Lucas Eugénio Lopes dos Santos" userId="S::250000815@esg.ipsantarem.pt::a4618f39-194f-414f-a344-88f377d7aedf" providerId="AD" clId="Web-{AE8F5DCB-0530-29EB-A38C-2B4B987AA8D6}" dt="2026-10-05T13:32:26.029" v="93"/>
          <ac:picMkLst>
            <pc:docMk/>
            <pc:sldMk cId="0" sldId="257"/>
            <ac:picMk id="15" creationId="{E7E67BB8-A824-0322-3F14-DE3DFE9D829C}"/>
          </ac:picMkLst>
        </pc:picChg>
      </pc:sldChg>
      <pc:sldChg chg="modSp">
        <pc:chgData name="Lucas Eugénio Lopes dos Santos" userId="S::250000815@esg.ipsantarem.pt::a4618f39-194f-414f-a344-88f377d7aedf" providerId="AD" clId="Web-{AE8F5DCB-0530-29EB-A38C-2B4B987AA8D6}" dt="2026-10-05T13:53:54.813" v="158" actId="1076"/>
        <pc:sldMkLst>
          <pc:docMk/>
          <pc:sldMk cId="0" sldId="258"/>
        </pc:sldMkLst>
        <pc:spChg chg="mod">
          <ac:chgData name="Lucas Eugénio Lopes dos Santos" userId="S::250000815@esg.ipsantarem.pt::a4618f39-194f-414f-a344-88f377d7aedf" providerId="AD" clId="Web-{AE8F5DCB-0530-29EB-A38C-2B4B987AA8D6}" dt="2026-10-05T13:33:20.031" v="116" actId="20577"/>
          <ac:spMkLst>
            <pc:docMk/>
            <pc:sldMk cId="0" sldId="258"/>
            <ac:spMk id="30" creationId="{00000000-0000-0000-0000-000000000000}"/>
          </ac:spMkLst>
        </pc:spChg>
        <pc:picChg chg="mod">
          <ac:chgData name="Lucas Eugénio Lopes dos Santos" userId="S::250000815@esg.ipsantarem.pt::a4618f39-194f-414f-a344-88f377d7aedf" providerId="AD" clId="Web-{AE8F5DCB-0530-29EB-A38C-2B4B987AA8D6}" dt="2026-10-05T13:53:54.813" v="158" actId="1076"/>
          <ac:picMkLst>
            <pc:docMk/>
            <pc:sldMk cId="0" sldId="258"/>
            <ac:picMk id="36" creationId="{B570F6C1-36AE-8663-13A4-9BA8EAD89CB9}"/>
          </ac:picMkLst>
        </pc:picChg>
      </pc:sldChg>
      <pc:sldChg chg="addSp delSp modSp">
        <pc:chgData name="Lucas Eugénio Lopes dos Santos" userId="S::250000815@esg.ipsantarem.pt::a4618f39-194f-414f-a344-88f377d7aedf" providerId="AD" clId="Web-{AE8F5DCB-0530-29EB-A38C-2B4B987AA8D6}" dt="2026-10-05T13:32:53.686" v="113" actId="1076"/>
        <pc:sldMkLst>
          <pc:docMk/>
          <pc:sldMk cId="0" sldId="259"/>
        </pc:sldMkLst>
        <pc:spChg chg="mod">
          <ac:chgData name="Lucas Eugénio Lopes dos Santos" userId="S::250000815@esg.ipsantarem.pt::a4618f39-194f-414f-a344-88f377d7aedf" providerId="AD" clId="Web-{AE8F5DCB-0530-29EB-A38C-2B4B987AA8D6}" dt="2026-10-05T13:32:36.889" v="96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842" v="101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858" v="102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874" v="103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20" v="104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36" v="105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83" v="106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99" v="107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30" v="108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45" v="109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61" v="110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92" v="111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124" v="112" actId="1076"/>
          <ac:spMkLst>
            <pc:docMk/>
            <pc:sldMk cId="0" sldId="259"/>
            <ac:spMk id="14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8:09.816" v="69"/>
          <ac:spMkLst>
            <pc:docMk/>
            <pc:sldMk cId="0" sldId="259"/>
            <ac:spMk id="15" creationId="{00000000-0000-0000-0000-000000000000}"/>
          </ac:spMkLst>
        </pc:spChg>
        <pc:picChg chg="add del mod">
          <ac:chgData name="Lucas Eugénio Lopes dos Santos" userId="S::250000815@esg.ipsantarem.pt::a4618f39-194f-414f-a344-88f377d7aedf" providerId="AD" clId="Web-{AE8F5DCB-0530-29EB-A38C-2B4B987AA8D6}" dt="2026-10-05T13:18:45.091" v="29"/>
          <ac:picMkLst>
            <pc:docMk/>
            <pc:sldMk cId="0" sldId="259"/>
            <ac:picMk id="16" creationId="{46F21D56-7E5C-717D-AF67-27EEF7FE4FA5}"/>
          </ac:picMkLst>
        </pc:picChg>
        <pc:picChg chg="add mod modCrop">
          <ac:chgData name="Lucas Eugénio Lopes dos Santos" userId="S::250000815@esg.ipsantarem.pt::a4618f39-194f-414f-a344-88f377d7aedf" providerId="AD" clId="Web-{AE8F5DCB-0530-29EB-A38C-2B4B987AA8D6}" dt="2026-10-05T13:32:53.686" v="113" actId="1076"/>
          <ac:picMkLst>
            <pc:docMk/>
            <pc:sldMk cId="0" sldId="259"/>
            <ac:picMk id="17" creationId="{E336C55C-EDD5-59E8-4C51-E05119831E59}"/>
          </ac:picMkLst>
        </pc:picChg>
      </pc:sldChg>
      <pc:sldChg chg="addSp delSp modSp">
        <pc:chgData name="Lucas Eugénio Lopes dos Santos" userId="S::250000815@esg.ipsantarem.pt::a4618f39-194f-414f-a344-88f377d7aedf" providerId="AD" clId="Web-{AE8F5DCB-0530-29EB-A38C-2B4B987AA8D6}" dt="2026-10-05T13:53:19.187" v="153"/>
        <pc:sldMkLst>
          <pc:docMk/>
          <pc:sldMk cId="0" sldId="260"/>
        </pc:sldMkLst>
        <pc:spChg chg="mod">
          <ac:chgData name="Lucas Eugénio Lopes dos Santos" userId="S::250000815@esg.ipsantarem.pt::a4618f39-194f-414f-a344-88f377d7aedf" providerId="AD" clId="Web-{AE8F5DCB-0530-29EB-A38C-2B4B987AA8D6}" dt="2026-10-05T13:29:33.522" v="73" actId="1076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09:22.881" v="1"/>
          <ac:spMkLst>
            <pc:docMk/>
            <pc:sldMk cId="0" sldId="260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7:51.526" v="127" actId="1076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09:30.382" v="10"/>
          <ac:spMkLst>
            <pc:docMk/>
            <pc:sldMk cId="0" sldId="260"/>
            <ac:spMk id="13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9:20.287" v="70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14:43.488" v="23"/>
          <ac:spMkLst>
            <pc:docMk/>
            <pc:sldMk cId="0" sldId="260"/>
            <ac:spMk id="15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9:22.100" v="71"/>
          <ac:spMkLst>
            <pc:docMk/>
            <pc:sldMk cId="0" sldId="260"/>
            <ac:spMk id="27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14:49.503" v="25"/>
          <ac:spMkLst>
            <pc:docMk/>
            <pc:sldMk cId="0" sldId="260"/>
            <ac:spMk id="28" creationId="{00000000-0000-0000-0000-000000000000}"/>
          </ac:spMkLst>
        </pc:spChg>
        <pc:picChg chg="add del mod">
          <ac:chgData name="Lucas Eugénio Lopes dos Santos" userId="S::250000815@esg.ipsantarem.pt::a4618f39-194f-414f-a344-88f377d7aedf" providerId="AD" clId="Web-{AE8F5DCB-0530-29EB-A38C-2B4B987AA8D6}" dt="2026-10-05T13:31:11.542" v="76"/>
          <ac:picMkLst>
            <pc:docMk/>
            <pc:sldMk cId="0" sldId="260"/>
            <ac:picMk id="29" creationId="{184B8226-53F8-9502-F7DE-11734ECE65E6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31:59.856" v="81"/>
          <ac:picMkLst>
            <pc:docMk/>
            <pc:sldMk cId="0" sldId="260"/>
            <ac:picMk id="32" creationId="{8DF28013-FD0C-8F8B-63EE-E80ED5E93A33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34:40.128" v="118"/>
          <ac:picMkLst>
            <pc:docMk/>
            <pc:sldMk cId="0" sldId="260"/>
            <ac:picMk id="33" creationId="{665EDCFB-207F-2DA4-944A-D3697102D644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36:09.991" v="126" actId="14100"/>
          <ac:picMkLst>
            <pc:docMk/>
            <pc:sldMk cId="0" sldId="260"/>
            <ac:picMk id="35" creationId="{DB7DD9F7-16BA-1FBA-72CD-E3F2EE336006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38:41.278" v="130" actId="1076"/>
          <ac:picMkLst>
            <pc:docMk/>
            <pc:sldMk cId="0" sldId="260"/>
            <ac:picMk id="36" creationId="{760BD561-8DAB-D786-4624-37F86016BD00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39:30.326" v="131"/>
          <ac:picMkLst>
            <pc:docMk/>
            <pc:sldMk cId="0" sldId="260"/>
            <ac:picMk id="37" creationId="{210C9F65-A48C-C105-BC16-2C73EE582A65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40:56.017" v="134"/>
          <ac:picMkLst>
            <pc:docMk/>
            <pc:sldMk cId="0" sldId="260"/>
            <ac:picMk id="38" creationId="{242CC385-E029-6994-2108-F1F7B2A1B2DD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41:19.956" v="136"/>
          <ac:picMkLst>
            <pc:docMk/>
            <pc:sldMk cId="0" sldId="260"/>
            <ac:picMk id="39" creationId="{FE037E5B-11BC-2F6D-3BCC-DBA1BF83FD0D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42:47.287" v="138" actId="1076"/>
          <ac:picMkLst>
            <pc:docMk/>
            <pc:sldMk cId="0" sldId="260"/>
            <ac:picMk id="40" creationId="{D942D2E5-2F2B-FEF2-E862-E04C94A8B105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45:29.528" v="148"/>
          <ac:picMkLst>
            <pc:docMk/>
            <pc:sldMk cId="0" sldId="260"/>
            <ac:picMk id="43" creationId="{F16B8DAB-5A14-D023-0C6F-CEDA42038EE6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53:19.187" v="153"/>
          <ac:picMkLst>
            <pc:docMk/>
            <pc:sldMk cId="0" sldId="260"/>
            <ac:picMk id="45" creationId="{B6034FB2-85BE-3783-DA56-DCF0456DA935}"/>
          </ac:picMkLst>
        </pc:picChg>
      </pc:sldChg>
      <pc:sldChg chg="delSp modSp">
        <pc:chgData name="Lucas Eugénio Lopes dos Santos" userId="S::250000815@esg.ipsantarem.pt::a4618f39-194f-414f-a344-88f377d7aedf" providerId="AD" clId="Web-{AE8F5DCB-0530-29EB-A38C-2B4B987AA8D6}" dt="2026-10-05T13:14:27.034" v="21" actId="1076"/>
        <pc:sldMkLst>
          <pc:docMk/>
          <pc:sldMk cId="0" sldId="261"/>
        </pc:sldMkLst>
        <pc:spChg chg="mod">
          <ac:chgData name="Lucas Eugénio Lopes dos Santos" userId="S::250000815@esg.ipsantarem.pt::a4618f39-194f-414f-a344-88f377d7aedf" providerId="AD" clId="Web-{AE8F5DCB-0530-29EB-A38C-2B4B987AA8D6}" dt="2026-10-05T13:13:57.580" v="14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22.940" v="20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19.299" v="19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3:59.439" v="15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14.471" v="18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27.034" v="21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02.877" v="16" actId="1076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13:48.923" v="12"/>
          <ac:spMkLst>
            <pc:docMk/>
            <pc:sldMk cId="0" sldId="261"/>
            <ac:spMk id="10" creationId="{00000000-0000-0000-0000-000000000000}"/>
          </ac:spMkLst>
        </pc:spChg>
      </pc:sldChg>
      <pc:sldChg chg="addSp delSp modSp mod ord setBg">
        <pc:chgData name="Lucas Eugénio Lopes dos Santos" userId="S::250000815@esg.ipsantarem.pt::a4618f39-194f-414f-a344-88f377d7aedf" providerId="AD" clId="Web-{AE8F5DCB-0530-29EB-A38C-2B4B987AA8D6}" dt="2026-10-05T14:05:19.887" v="162"/>
        <pc:sldMkLst>
          <pc:docMk/>
          <pc:sldMk cId="3322399608" sldId="262"/>
        </pc:sldMkLst>
        <pc:spChg chg="mod">
          <ac:chgData name="Lucas Eugénio Lopes dos Santos" userId="S::250000815@esg.ipsantarem.pt::a4618f39-194f-414f-a344-88f377d7aedf" providerId="AD" clId="Web-{AE8F5DCB-0530-29EB-A38C-2B4B987AA8D6}" dt="2026-10-05T13:19:47.406" v="35" actId="1076"/>
          <ac:spMkLst>
            <pc:docMk/>
            <pc:sldMk cId="3322399608" sldId="262"/>
            <ac:spMk id="16" creationId="{42C9BDE6-C812-4248-2399-23FCBA48E350}"/>
          </ac:spMkLst>
        </pc:spChg>
        <pc:picChg chg="add del mod modCrop">
          <ac:chgData name="Lucas Eugénio Lopes dos Santos" userId="S::250000815@esg.ipsantarem.pt::a4618f39-194f-414f-a344-88f377d7aedf" providerId="AD" clId="Web-{AE8F5DCB-0530-29EB-A38C-2B4B987AA8D6}" dt="2026-10-05T13:25:39.482" v="50"/>
          <ac:picMkLst>
            <pc:docMk/>
            <pc:sldMk cId="3322399608" sldId="262"/>
            <ac:picMk id="29" creationId="{8ADBDD2F-0004-958D-A3D6-1EA61D47905A}"/>
          </ac:picMkLst>
        </pc:picChg>
        <pc:picChg chg="add del mod modCrop">
          <ac:chgData name="Lucas Eugénio Lopes dos Santos" userId="S::250000815@esg.ipsantarem.pt::a4618f39-194f-414f-a344-88f377d7aedf" providerId="AD" clId="Web-{AE8F5DCB-0530-29EB-A38C-2B4B987AA8D6}" dt="2026-10-05T13:23:13.632" v="45"/>
          <ac:picMkLst>
            <pc:docMk/>
            <pc:sldMk cId="3322399608" sldId="262"/>
            <ac:picMk id="31" creationId="{5C0665A8-D15D-4B3C-9380-326CB3F98579}"/>
          </ac:picMkLst>
        </pc:picChg>
      </pc:sldChg>
    </pc:docChg>
  </pc:docChgLst>
  <pc:docChgLst>
    <pc:chgData name="Lucas Eugénio Lopes dos Santos" userId="S::250000815@esg.ipsantarem.pt::a4618f39-194f-414f-a344-88f377d7aedf" providerId="AD" clId="Web-{51EB49F6-0605-D884-75D7-BA9A3FED6616}"/>
    <pc:docChg chg="modSld">
      <pc:chgData name="Lucas Eugénio Lopes dos Santos" userId="S::250000815@esg.ipsantarem.pt::a4618f39-194f-414f-a344-88f377d7aedf" providerId="AD" clId="Web-{51EB49F6-0605-D884-75D7-BA9A3FED6616}" dt="2026-10-05T13:00:28.269" v="34" actId="20577"/>
      <pc:docMkLst>
        <pc:docMk/>
      </pc:docMkLst>
      <pc:sldChg chg="modSp">
        <pc:chgData name="Lucas Eugénio Lopes dos Santos" userId="S::250000815@esg.ipsantarem.pt::a4618f39-194f-414f-a344-88f377d7aedf" providerId="AD" clId="Web-{51EB49F6-0605-D884-75D7-BA9A3FED6616}" dt="2026-10-05T13:00:28.269" v="34" actId="20577"/>
        <pc:sldMkLst>
          <pc:docMk/>
          <pc:sldMk cId="0" sldId="260"/>
        </pc:sldMkLst>
        <pc:spChg chg="mod">
          <ac:chgData name="Lucas Eugénio Lopes dos Santos" userId="S::250000815@esg.ipsantarem.pt::a4618f39-194f-414f-a344-88f377d7aedf" providerId="AD" clId="Web-{51EB49F6-0605-D884-75D7-BA9A3FED6616}" dt="2026-10-05T13:00:15.956" v="15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51EB49F6-0605-D884-75D7-BA9A3FED6616}" dt="2026-10-05T13:00:28.269" v="34" actId="20577"/>
          <ac:spMkLst>
            <pc:docMk/>
            <pc:sldMk cId="0" sldId="260"/>
            <ac:spMk id="12" creationId="{00000000-0000-0000-0000-000000000000}"/>
          </ac:spMkLst>
        </pc:spChg>
      </pc:sldChg>
    </pc:docChg>
  </pc:docChgLst>
  <pc:docChgLst>
    <pc:chgData name="Ygor Gabriel Nunes Eto" userId="a43e534e-fc3b-4412-a733-97f54df7b70a" providerId="ADAL" clId="{EBC4105A-5BA4-4E3F-AFE9-4338176A9606}"/>
    <pc:docChg chg="modSld sldOrd">
      <pc:chgData name="Ygor Gabriel Nunes Eto" userId="a43e534e-fc3b-4412-a733-97f54df7b70a" providerId="ADAL" clId="{EBC4105A-5BA4-4E3F-AFE9-4338176A9606}" dt="2026-10-05T14:04:53.523" v="158"/>
      <pc:docMkLst>
        <pc:docMk/>
      </pc:docMkLst>
      <pc:sldChg chg="addSp setBg">
        <pc:chgData name="Ygor Gabriel Nunes Eto" userId="a43e534e-fc3b-4412-a733-97f54df7b70a" providerId="ADAL" clId="{EBC4105A-5BA4-4E3F-AFE9-4338176A9606}" dt="2026-10-05T14:03:04.040" v="153"/>
        <pc:sldMkLst>
          <pc:docMk/>
          <pc:sldMk cId="0" sldId="256"/>
        </pc:sldMkLst>
        <pc:picChg chg="add">
          <ac:chgData name="Ygor Gabriel Nunes Eto" userId="a43e534e-fc3b-4412-a733-97f54df7b70a" providerId="ADAL" clId="{EBC4105A-5BA4-4E3F-AFE9-4338176A9606}" dt="2026-10-05T13:13:48.316" v="0"/>
          <ac:picMkLst>
            <pc:docMk/>
            <pc:sldMk cId="0" sldId="256"/>
            <ac:picMk id="9" creationId="{7C82834E-807F-6103-4C01-D392E7EC3288}"/>
          </ac:picMkLst>
        </pc:picChg>
      </pc:sldChg>
      <pc:sldChg chg="addSp setBg">
        <pc:chgData name="Ygor Gabriel Nunes Eto" userId="a43e534e-fc3b-4412-a733-97f54df7b70a" providerId="ADAL" clId="{EBC4105A-5BA4-4E3F-AFE9-4338176A9606}" dt="2026-10-05T14:04:53.523" v="158"/>
        <pc:sldMkLst>
          <pc:docMk/>
          <pc:sldMk cId="0" sldId="257"/>
        </pc:sldMkLst>
        <pc:picChg chg="add">
          <ac:chgData name="Ygor Gabriel Nunes Eto" userId="a43e534e-fc3b-4412-a733-97f54df7b70a" providerId="ADAL" clId="{EBC4105A-5BA4-4E3F-AFE9-4338176A9606}" dt="2026-10-05T13:36:03.017" v="112"/>
          <ac:picMkLst>
            <pc:docMk/>
            <pc:sldMk cId="0" sldId="257"/>
            <ac:picMk id="16" creationId="{D4BE7B61-D001-5D8D-CA33-444EA935D373}"/>
          </ac:picMkLst>
        </pc:picChg>
      </pc:sldChg>
      <pc:sldChg chg="addSp">
        <pc:chgData name="Ygor Gabriel Nunes Eto" userId="a43e534e-fc3b-4412-a733-97f54df7b70a" providerId="ADAL" clId="{EBC4105A-5BA4-4E3F-AFE9-4338176A9606}" dt="2026-10-05T13:33:43.503" v="111"/>
        <pc:sldMkLst>
          <pc:docMk/>
          <pc:sldMk cId="0" sldId="258"/>
        </pc:sldMkLst>
        <pc:picChg chg="add">
          <ac:chgData name="Ygor Gabriel Nunes Eto" userId="a43e534e-fc3b-4412-a733-97f54df7b70a" providerId="ADAL" clId="{EBC4105A-5BA4-4E3F-AFE9-4338176A9606}" dt="2026-10-05T13:33:43.503" v="111"/>
          <ac:picMkLst>
            <pc:docMk/>
            <pc:sldMk cId="0" sldId="258"/>
            <ac:picMk id="36" creationId="{B570F6C1-36AE-8663-13A4-9BA8EAD89CB9}"/>
          </ac:picMkLst>
        </pc:picChg>
      </pc:sldChg>
      <pc:sldChg chg="addSp modSp">
        <pc:chgData name="Ygor Gabriel Nunes Eto" userId="a43e534e-fc3b-4412-a733-97f54df7b70a" providerId="ADAL" clId="{EBC4105A-5BA4-4E3F-AFE9-4338176A9606}" dt="2026-10-05T13:46:33.291" v="126"/>
        <pc:sldMkLst>
          <pc:docMk/>
          <pc:sldMk cId="0" sldId="260"/>
        </pc:sldMkLst>
        <pc:spChg chg="add mod">
          <ac:chgData name="Ygor Gabriel Nunes Eto" userId="a43e534e-fc3b-4412-a733-97f54df7b70a" providerId="ADAL" clId="{EBC4105A-5BA4-4E3F-AFE9-4338176A9606}" dt="2026-10-05T13:28:47.854" v="109"/>
          <ac:spMkLst>
            <pc:docMk/>
            <pc:sldMk cId="0" sldId="260"/>
            <ac:spMk id="31" creationId="{2850A9F4-4767-255A-8792-112559BE187A}"/>
          </ac:spMkLst>
        </pc:spChg>
        <pc:picChg chg="add">
          <ac:chgData name="Ygor Gabriel Nunes Eto" userId="a43e534e-fc3b-4412-a733-97f54df7b70a" providerId="ADAL" clId="{EBC4105A-5BA4-4E3F-AFE9-4338176A9606}" dt="2026-10-05T13:37:09.068" v="113"/>
          <ac:picMkLst>
            <pc:docMk/>
            <pc:sldMk cId="0" sldId="260"/>
            <ac:picMk id="8" creationId="{843BC886-D45E-4A2E-71AA-BC6674D05647}"/>
          </ac:picMkLst>
        </pc:picChg>
        <pc:picChg chg="add">
          <ac:chgData name="Ygor Gabriel Nunes Eto" userId="a43e534e-fc3b-4412-a733-97f54df7b70a" providerId="ADAL" clId="{EBC4105A-5BA4-4E3F-AFE9-4338176A9606}" dt="2026-10-05T13:39:32.596" v="114"/>
          <ac:picMkLst>
            <pc:docMk/>
            <pc:sldMk cId="0" sldId="260"/>
            <ac:picMk id="14" creationId="{28205B31-32B2-6B6D-8A2C-FB85CD7A960F}"/>
          </ac:picMkLst>
        </pc:picChg>
        <pc:picChg chg="add">
          <ac:chgData name="Ygor Gabriel Nunes Eto" userId="a43e534e-fc3b-4412-a733-97f54df7b70a" providerId="ADAL" clId="{EBC4105A-5BA4-4E3F-AFE9-4338176A9606}" dt="2026-10-05T13:44:35.288" v="122"/>
          <ac:picMkLst>
            <pc:docMk/>
            <pc:sldMk cId="0" sldId="260"/>
            <ac:picMk id="27" creationId="{A9BBE0C9-B2DD-DB95-1953-1CC073FEC537}"/>
          </ac:picMkLst>
        </pc:picChg>
        <pc:picChg chg="add">
          <ac:chgData name="Ygor Gabriel Nunes Eto" userId="a43e534e-fc3b-4412-a733-97f54df7b70a" providerId="ADAL" clId="{EBC4105A-5BA4-4E3F-AFE9-4338176A9606}" dt="2026-10-05T13:44:54.713" v="123"/>
          <ac:picMkLst>
            <pc:docMk/>
            <pc:sldMk cId="0" sldId="260"/>
            <ac:picMk id="29" creationId="{6FA752D1-F533-E052-771D-A92ED7EFC7B0}"/>
          </ac:picMkLst>
        </pc:picChg>
        <pc:picChg chg="add">
          <ac:chgData name="Ygor Gabriel Nunes Eto" userId="a43e534e-fc3b-4412-a733-97f54df7b70a" providerId="ADAL" clId="{EBC4105A-5BA4-4E3F-AFE9-4338176A9606}" dt="2026-10-05T13:40:35.390" v="115"/>
          <ac:picMkLst>
            <pc:docMk/>
            <pc:sldMk cId="0" sldId="260"/>
            <ac:picMk id="32" creationId="{1FF8E8CB-7638-CFF6-004A-2090B71A4C92}"/>
          </ac:picMkLst>
        </pc:picChg>
        <pc:picChg chg="add">
          <ac:chgData name="Ygor Gabriel Nunes Eto" userId="a43e534e-fc3b-4412-a733-97f54df7b70a" providerId="ADAL" clId="{EBC4105A-5BA4-4E3F-AFE9-4338176A9606}" dt="2026-10-05T13:45:50.094" v="124"/>
          <ac:picMkLst>
            <pc:docMk/>
            <pc:sldMk cId="0" sldId="260"/>
            <ac:picMk id="32" creationId="{6A13FA95-459C-5DA1-0E43-818F125622B2}"/>
          </ac:picMkLst>
        </pc:picChg>
        <pc:picChg chg="add">
          <ac:chgData name="Ygor Gabriel Nunes Eto" userId="a43e534e-fc3b-4412-a733-97f54df7b70a" providerId="ADAL" clId="{EBC4105A-5BA4-4E3F-AFE9-4338176A9606}" dt="2026-10-05T13:46:22.027" v="125"/>
          <ac:picMkLst>
            <pc:docMk/>
            <pc:sldMk cId="0" sldId="260"/>
            <ac:picMk id="33" creationId="{AC4825CE-330B-37E9-B4E3-187093F3E815}"/>
          </ac:picMkLst>
        </pc:picChg>
        <pc:picChg chg="add">
          <ac:chgData name="Ygor Gabriel Nunes Eto" userId="a43e534e-fc3b-4412-a733-97f54df7b70a" providerId="ADAL" clId="{EBC4105A-5BA4-4E3F-AFE9-4338176A9606}" dt="2026-10-05T13:40:48.833" v="116"/>
          <ac:picMkLst>
            <pc:docMk/>
            <pc:sldMk cId="0" sldId="260"/>
            <ac:picMk id="33" creationId="{B8C0C114-ADDC-F2D3-59AB-64BEB2369539}"/>
          </ac:picMkLst>
        </pc:picChg>
        <pc:picChg chg="add">
          <ac:chgData name="Ygor Gabriel Nunes Eto" userId="a43e534e-fc3b-4412-a733-97f54df7b70a" providerId="ADAL" clId="{EBC4105A-5BA4-4E3F-AFE9-4338176A9606}" dt="2026-10-05T13:33:26.825" v="110"/>
          <ac:picMkLst>
            <pc:docMk/>
            <pc:sldMk cId="0" sldId="260"/>
            <ac:picMk id="34" creationId="{3E63018E-8BFA-AFE5-1529-8F63623126D8}"/>
          </ac:picMkLst>
        </pc:picChg>
        <pc:picChg chg="add">
          <ac:chgData name="Ygor Gabriel Nunes Eto" userId="a43e534e-fc3b-4412-a733-97f54df7b70a" providerId="ADAL" clId="{EBC4105A-5BA4-4E3F-AFE9-4338176A9606}" dt="2026-10-05T13:46:33.291" v="126"/>
          <ac:picMkLst>
            <pc:docMk/>
            <pc:sldMk cId="0" sldId="260"/>
            <ac:picMk id="34" creationId="{627E3D5E-6CEB-A8B1-8A7B-07906D67A35F}"/>
          </ac:picMkLst>
        </pc:picChg>
        <pc:picChg chg="add">
          <ac:chgData name="Ygor Gabriel Nunes Eto" userId="a43e534e-fc3b-4412-a733-97f54df7b70a" providerId="ADAL" clId="{EBC4105A-5BA4-4E3F-AFE9-4338176A9606}" dt="2026-10-05T13:42:03.631" v="117"/>
          <ac:picMkLst>
            <pc:docMk/>
            <pc:sldMk cId="0" sldId="260"/>
            <ac:picMk id="34" creationId="{B91E6080-6437-5D1A-3782-1368E64652B5}"/>
          </ac:picMkLst>
        </pc:picChg>
        <pc:picChg chg="add">
          <ac:chgData name="Ygor Gabriel Nunes Eto" userId="a43e534e-fc3b-4412-a733-97f54df7b70a" providerId="ADAL" clId="{EBC4105A-5BA4-4E3F-AFE9-4338176A9606}" dt="2026-10-05T13:42:47.190" v="118"/>
          <ac:picMkLst>
            <pc:docMk/>
            <pc:sldMk cId="0" sldId="260"/>
            <ac:picMk id="35" creationId="{A815B4FA-9A13-A4F2-2DBA-662FEBA6B45E}"/>
          </ac:picMkLst>
        </pc:picChg>
        <pc:picChg chg="add">
          <ac:chgData name="Ygor Gabriel Nunes Eto" userId="a43e534e-fc3b-4412-a733-97f54df7b70a" providerId="ADAL" clId="{EBC4105A-5BA4-4E3F-AFE9-4338176A9606}" dt="2026-10-05T13:43:21.365" v="119"/>
          <ac:picMkLst>
            <pc:docMk/>
            <pc:sldMk cId="0" sldId="260"/>
            <ac:picMk id="41" creationId="{162D992B-2B8C-905D-768F-6F0DFDCA2182}"/>
          </ac:picMkLst>
        </pc:picChg>
        <pc:picChg chg="add">
          <ac:chgData name="Ygor Gabriel Nunes Eto" userId="a43e534e-fc3b-4412-a733-97f54df7b70a" providerId="ADAL" clId="{EBC4105A-5BA4-4E3F-AFE9-4338176A9606}" dt="2026-10-05T13:43:37.447" v="120"/>
          <ac:picMkLst>
            <pc:docMk/>
            <pc:sldMk cId="0" sldId="260"/>
            <ac:picMk id="42" creationId="{0B29A1ED-2EB9-02C0-A015-E333416C5749}"/>
          </ac:picMkLst>
        </pc:picChg>
        <pc:picChg chg="add">
          <ac:chgData name="Ygor Gabriel Nunes Eto" userId="a43e534e-fc3b-4412-a733-97f54df7b70a" providerId="ADAL" clId="{EBC4105A-5BA4-4E3F-AFE9-4338176A9606}" dt="2026-10-05T13:43:54.554" v="121"/>
          <ac:picMkLst>
            <pc:docMk/>
            <pc:sldMk cId="0" sldId="260"/>
            <ac:picMk id="44" creationId="{92CCA56A-1F02-706F-88DB-59DAA42B10D1}"/>
          </ac:picMkLst>
        </pc:picChg>
      </pc:sldChg>
      <pc:sldChg chg="addSp modSp ord setBg">
        <pc:chgData name="Ygor Gabriel Nunes Eto" userId="a43e534e-fc3b-4412-a733-97f54df7b70a" providerId="ADAL" clId="{EBC4105A-5BA4-4E3F-AFE9-4338176A9606}" dt="2026-10-05T14:03:50.944" v="154"/>
        <pc:sldMkLst>
          <pc:docMk/>
          <pc:sldMk cId="3322399608" sldId="262"/>
        </pc:sldMkLst>
        <pc:spChg chg="add mod">
          <ac:chgData name="Ygor Gabriel Nunes Eto" userId="a43e534e-fc3b-4412-a733-97f54df7b70a" providerId="ADAL" clId="{EBC4105A-5BA4-4E3F-AFE9-4338176A9606}" dt="2026-10-05T13:14:38.604" v="2"/>
          <ac:spMkLst>
            <pc:docMk/>
            <pc:sldMk cId="3322399608" sldId="262"/>
            <ac:spMk id="3" creationId="{C3E8F3FC-E882-0282-AE21-75841E24B232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4" creationId="{64C0F849-BE80-00FD-FB59-1E37F103995C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5" creationId="{000E1B31-AB97-727E-CAAE-E0FE91F8C622}"/>
          </ac:spMkLst>
        </pc:spChg>
        <pc:spChg chg="add mod">
          <ac:chgData name="Ygor Gabriel Nunes Eto" userId="a43e534e-fc3b-4412-a733-97f54df7b70a" providerId="ADAL" clId="{EBC4105A-5BA4-4E3F-AFE9-4338176A9606}" dt="2026-10-05T13:53:07.743" v="141"/>
          <ac:spMkLst>
            <pc:docMk/>
            <pc:sldMk cId="3322399608" sldId="262"/>
            <ac:spMk id="6" creationId="{1A21DB57-25AF-6FBC-6331-23AD4FC48661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8" creationId="{F326CF95-EF55-4837-6C01-EF9FEA864F67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9" creationId="{91C071F1-3111-9645-B2C9-CB8BCD11DA23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0" creationId="{2F2CDEFF-3A1D-1325-2297-30F7BF8DF608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2" creationId="{06E6DE1E-5999-42B7-F144-86EBA5A2BD75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3" creationId="{4BB1890E-D13F-0A9B-DA94-4A2060ED25D3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4" creationId="{6F61FD56-93A3-BEDE-4F4C-960A21F9F059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5" creationId="{6907E578-5F79-9E45-BB0E-8ABFB3041514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16" creationId="{42C9BDE6-C812-4248-2399-23FCBA48E350}"/>
          </ac:spMkLst>
        </pc:spChg>
        <pc:spChg chg="add mod">
          <ac:chgData name="Ygor Gabriel Nunes Eto" userId="a43e534e-fc3b-4412-a733-97f54df7b70a" providerId="ADAL" clId="{EBC4105A-5BA4-4E3F-AFE9-4338176A9606}" dt="2026-10-05T13:15:47.732" v="5"/>
          <ac:spMkLst>
            <pc:docMk/>
            <pc:sldMk cId="3322399608" sldId="262"/>
            <ac:spMk id="17" creationId="{9D79B532-E015-30D4-0521-F24D52866672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18" creationId="{40ACDCBD-5EB6-BCAA-3837-E4169776DCD3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0" creationId="{D2FFC112-BB58-4FD5-079A-1B50AE946367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1" creationId="{F9437807-5735-F78E-D8C0-F9963C7DE721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2" creationId="{6AAA1D5B-E6D6-3A4C-C64D-182CCD5FA0DD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3" creationId="{FFA31371-EFE3-F5A1-B8B2-E739FFEE75A4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6" creationId="{3FCE41F2-3201-8E3F-167F-4B3876A2E65C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7" creationId="{C71F476E-4AD6-2EB4-2E22-9454E7AA9758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8" creationId="{69C6154E-AF53-E609-C138-D713570A4A33}"/>
          </ac:spMkLst>
        </pc:spChg>
        <pc:picChg chg="add">
          <ac:chgData name="Ygor Gabriel Nunes Eto" userId="a43e534e-fc3b-4412-a733-97f54df7b70a" providerId="ADAL" clId="{EBC4105A-5BA4-4E3F-AFE9-4338176A9606}" dt="2026-10-05T13:55:37.360" v="144"/>
          <ac:picMkLst>
            <pc:docMk/>
            <pc:sldMk cId="3322399608" sldId="262"/>
            <ac:picMk id="7" creationId="{D88F613F-7AC5-EA7A-3877-D8C43CAFA6C9}"/>
          </ac:picMkLst>
        </pc:picChg>
        <pc:picChg chg="add">
          <ac:chgData name="Ygor Gabriel Nunes Eto" userId="a43e534e-fc3b-4412-a733-97f54df7b70a" providerId="ADAL" clId="{EBC4105A-5BA4-4E3F-AFE9-4338176A9606}" dt="2026-10-05T13:57:28.591" v="152"/>
          <ac:picMkLst>
            <pc:docMk/>
            <pc:sldMk cId="3322399608" sldId="262"/>
            <ac:picMk id="8" creationId="{0C6DF983-EEA1-D72A-BB8F-68E1899135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375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Abertura (cerca de 20 segundos). Apresentem-se, digam o nome do projeto e a ideia numa frase: o rapidSpot mostra quantas vagas estão livres e diz ao condutor onde estacionar.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problema (1 minuto). Quem já deu voltas a um estacionamento sem saber se havia lugar? Do lado de quem gere, é difícil saber quantas vagas estão ocupadas, não há registo de quem entra e sai e, nas empresas, é difícil controlar quem usa o estacionamento. Se já falaram com alguém, digam o que essa pessoa contou.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Como funciona (1 minuto). Passem pelos quatro passos: ver vagas livres, entrar com QR code ou senha, cancela e vaga indicada. Expliquem que há duas áreas: a do condutor e a do administrador, que é a que o parque ou a empresa usa. Se puderem, mostrem um ecrã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que inclui e o que fica de fora (1 minuto). Digam o que o cliente leva logo na primeira versão e o que só entra se houver tempo. Sublinhem que a cancela é simulada e que não há câmaras reais, reservas nem pagamentos. Dizer o que fica de fora mostra que o plano é realista.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Quem somos e como é feito (1 minuto). Cada um diz o seu nome e o seu papel. Expliquem em palavras simples como o sistema é feito: funciona no navegador, em telemóvel e computador, e os dados ficam guardados de forma segura.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Wireframes (cerca de 1 minuto). Mostrem os três primeiros ecrãs do protótipo: iniciar sessão, criar conta, com o código da empresa opcional, e recuperar a palavra-passe. Os restantes ecrãs estão no ficheiro dos wireframes.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Formatação (cerca de 1 minuto). Expliquem as escolhas do design: bom contraste, letra Lato, botões grandes e fáceis de tocar, poucas cores com um significado claro e dois tamanhos de ecrã: 390 px para o condutor no telemóvel e 1440 px para o administrador no computador.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Mapa de navegação do condutor (cerca de 1 minuto). Da esquerda para a direita: entrada (criar conta, início de sessão e recuperar a palavra-passe), página inicial com o estado do parque, perfil, detalhes (QR code e senha, minha vaga e saída) e ações como escolher ou pedir outra vaga. Os quadrados amarelos são avisos que aparecem sobre o ecrã.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Mapa de navegação do administrador (cerca de 1 minuto). Depois de entrar, chega ao painel do estacionamento e daí escolhe entre gerir vagas, ver entradas e saídas, mudar o código da empresa ou editar o perfil. Cada ação termina com um aviso de confirmação.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Cronograma (cerca de 1 minuto). Quatro etapas entre outubro e janeiro: E3 base de dados, E4 ecrãs, E5 API, QR code e cancela, E6 publicação, relatório e apresentação. Cada barra mostra as semanas de uma tarefa e a cor diz quem a faz. As datas das etapas ainda estão por definir, exceto a entrega final da E6, a 5 de janeiro de 2027.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Limites e próximo passo (1 minuto). Sejam honestos: a cancela é simulada e ainda falta ouvir utilizadores reais. O próximo passo é desenhar os ecrãs e o plano de trabalho. Terminem com "Obrigado, perguntas?".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858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72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igma.com/proto/6wbQJynn2mlJGfsdeKLS4j/RapidSpot?node-id=0-1&amp;t=JdR7FiKZ6P0XRHQ1-1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PROPOSTA PARA PARQUES E EMPRESAS</a:t>
            </a:r>
            <a:endParaRPr lang="en-US" sz="1200" dirty="0"/>
          </a:p>
        </p:txBody>
      </p:sp>
      <p:sp>
        <p:nvSpPr>
          <p:cNvPr id="4" name="Frase-modelo"/>
          <p:cNvSpPr txBox="1"/>
          <p:nvPr/>
        </p:nvSpPr>
        <p:spPr>
          <a:xfrm>
            <a:off x="731520" y="338328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/>
          </a:p>
        </p:txBody>
      </p:sp>
      <p:sp>
        <p:nvSpPr>
          <p:cNvPr id="5" name="Círculo capa"/>
          <p:cNvSpPr/>
          <p:nvPr/>
        </p:nvSpPr>
        <p:spPr>
          <a:xfrm>
            <a:off x="7468535" y="1956334"/>
            <a:ext cx="4403558" cy="3785937"/>
          </a:xfrm>
          <a:prstGeom prst="ellipse">
            <a:avLst/>
          </a:prstGeom>
          <a:solidFill>
            <a:srgbClr val="102C5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Ícone capa" descr="Parque de estacionamen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105" y="2741525"/>
            <a:ext cx="2201779" cy="2201779"/>
          </a:xfrm>
          <a:prstGeom prst="rect">
            <a:avLst/>
          </a:prstGeom>
        </p:spPr>
      </p:pic>
      <p:sp>
        <p:nvSpPr>
          <p:cNvPr id="7" name="Equipa"/>
          <p:cNvSpPr txBox="1"/>
          <p:nvPr/>
        </p:nvSpPr>
        <p:spPr>
          <a:xfrm>
            <a:off x="731520" y="5117719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chemeClr val="bg2"/>
                </a:solidFill>
              </a:rPr>
              <a:t>Lucas Santos  - 250000815  </a:t>
            </a:r>
          </a:p>
          <a:p>
            <a:pPr marL="0" indent="0">
              <a:buNone/>
            </a:pPr>
            <a:r>
              <a:rPr lang="en-US" sz="1600">
                <a:solidFill>
                  <a:schemeClr val="bg2"/>
                </a:solidFill>
              </a:rPr>
              <a:t>Ygor Eto - 250000805</a:t>
            </a:r>
            <a:endParaRPr lang="en-US" sz="16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C82834E-807F-6103-4C01-D392E7EC3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4615" y="192746"/>
            <a:ext cx="2286000" cy="48577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22B95F7-AB52-CE8E-0B08-195AADDE02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12353"/>
            <a:ext cx="7348247" cy="31498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rtão problema 1">
            <a:extLst>
              <a:ext uri="{FF2B5EF4-FFF2-40B4-BE49-F238E27FC236}">
                <a16:creationId xmlns:a16="http://schemas.microsoft.com/office/drawing/2014/main" id="{8821366D-B378-7211-5F69-C43475D1955F}"/>
              </a:ext>
            </a:extLst>
          </p:cNvPr>
          <p:cNvSpPr/>
          <p:nvPr/>
        </p:nvSpPr>
        <p:spPr>
          <a:xfrm>
            <a:off x="650683" y="2708893"/>
            <a:ext cx="10654665" cy="3474720"/>
          </a:xfrm>
          <a:prstGeom prst="roundRect">
            <a:avLst>
              <a:gd name="adj" fmla="val 3947"/>
            </a:avLst>
          </a:prstGeom>
          <a:solidFill>
            <a:schemeClr val="bg2">
              <a:alpha val="75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Frase-modelo">
            <a:extLst>
              <a:ext uri="{FF2B5EF4-FFF2-40B4-BE49-F238E27FC236}">
                <a16:creationId xmlns:a16="http://schemas.microsoft.com/office/drawing/2014/main" id="{240D1D8C-2D04-5A82-BC4B-A2711ADC4C3E}"/>
              </a:ext>
            </a:extLst>
          </p:cNvPr>
          <p:cNvSpPr txBox="1"/>
          <p:nvPr/>
        </p:nvSpPr>
        <p:spPr>
          <a:xfrm>
            <a:off x="1193463" y="3531853"/>
            <a:ext cx="1011188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Para quem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tem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um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parque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ou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o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estacionamento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uma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empresa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: o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rapidSpot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mostra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quantas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vagas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estão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livres,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deixa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os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condutores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entrarem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com um QR code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ou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uma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senha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e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diz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logo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onde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estacionar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. Menos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voltas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para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eles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mais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controlo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para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si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42C9BDE6-C812-4248-2399-23FCBA48E350}"/>
              </a:ext>
            </a:extLst>
          </p:cNvPr>
          <p:cNvSpPr txBox="1">
            <a:spLocks/>
          </p:cNvSpPr>
          <p:nvPr/>
        </p:nvSpPr>
        <p:spPr>
          <a:xfrm>
            <a:off x="1193463" y="2708893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>
                <a:solidFill>
                  <a:schemeClr val="bg2">
                    <a:lumMod val="10000"/>
                  </a:schemeClr>
                </a:solidFill>
              </a:rPr>
              <a:t>O que é o rapidSpot</a:t>
            </a:r>
            <a:endParaRPr lang="pt-BR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2D84FB3-49EB-8143-9F52-143E84B1B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3" y="114357"/>
            <a:ext cx="7105650" cy="245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99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>
                <a:solidFill>
                  <a:schemeClr val="tx1"/>
                </a:solidFill>
              </a:rPr>
              <a:t>O problema</a:t>
            </a:r>
            <a:endParaRPr lang="en-US" sz="3800"/>
          </a:p>
        </p:txBody>
      </p:sp>
      <p:sp>
        <p:nvSpPr>
          <p:cNvPr id="3" name="Cartão problema 1"/>
          <p:cNvSpPr/>
          <p:nvPr/>
        </p:nvSpPr>
        <p:spPr>
          <a:xfrm>
            <a:off x="365760" y="2428240"/>
            <a:ext cx="5362956" cy="34747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Condutores círculo"/>
          <p:cNvSpPr/>
          <p:nvPr/>
        </p:nvSpPr>
        <p:spPr>
          <a:xfrm>
            <a:off x="548640" y="2428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Condutores ícone" descr="Conduto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2576830"/>
            <a:ext cx="297180" cy="297180"/>
          </a:xfrm>
          <a:prstGeom prst="rect">
            <a:avLst/>
          </a:prstGeom>
        </p:spPr>
      </p:pic>
      <p:sp>
        <p:nvSpPr>
          <p:cNvPr id="6" name="Título problema 1"/>
          <p:cNvSpPr txBox="1"/>
          <p:nvPr/>
        </p:nvSpPr>
        <p:spPr>
          <a:xfrm>
            <a:off x="1439376" y="2589797"/>
            <a:ext cx="39913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chemeClr val="tx1"/>
                </a:solidFill>
              </a:rPr>
              <a:t>Condutores</a:t>
            </a:r>
            <a:endParaRPr lang="en-US" sz="2200"/>
          </a:p>
        </p:txBody>
      </p:sp>
      <p:sp>
        <p:nvSpPr>
          <p:cNvPr id="7" name="Lista problema 1"/>
          <p:cNvSpPr txBox="1"/>
          <p:nvPr/>
        </p:nvSpPr>
        <p:spPr>
          <a:xfrm>
            <a:off x="416560" y="3429000"/>
            <a:ext cx="48143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 err="1">
                <a:solidFill>
                  <a:schemeClr val="tx2"/>
                </a:solidFill>
              </a:rPr>
              <a:t>Chegam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sem</a:t>
            </a:r>
            <a:r>
              <a:rPr lang="en-US" sz="1800" dirty="0">
                <a:solidFill>
                  <a:schemeClr val="tx2"/>
                </a:solidFill>
              </a:rPr>
              <a:t> saber se </a:t>
            </a:r>
            <a:r>
              <a:rPr lang="en-US" sz="1800" dirty="0" err="1">
                <a:solidFill>
                  <a:schemeClr val="tx2"/>
                </a:solidFill>
              </a:rPr>
              <a:t>há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vaga</a:t>
            </a:r>
            <a:r>
              <a:rPr lang="en-US" sz="1800" dirty="0">
                <a:solidFill>
                  <a:schemeClr val="tx2"/>
                </a:solidFill>
              </a:rPr>
              <a:t> livre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 err="1">
                <a:solidFill>
                  <a:schemeClr val="tx2"/>
                </a:solidFill>
              </a:rPr>
              <a:t>Dão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voltas</a:t>
            </a:r>
            <a:r>
              <a:rPr lang="en-US" sz="1800" dirty="0">
                <a:solidFill>
                  <a:schemeClr val="tx2"/>
                </a:solidFill>
              </a:rPr>
              <a:t> à </a:t>
            </a:r>
            <a:r>
              <a:rPr lang="en-US" sz="1800" dirty="0" err="1">
                <a:solidFill>
                  <a:schemeClr val="tx2"/>
                </a:solidFill>
              </a:rPr>
              <a:t>procura</a:t>
            </a:r>
            <a:r>
              <a:rPr lang="en-US" sz="1800" dirty="0">
                <a:solidFill>
                  <a:schemeClr val="tx2"/>
                </a:solidFill>
              </a:rPr>
              <a:t> de </a:t>
            </a:r>
            <a:r>
              <a:rPr lang="en-US" sz="1800" dirty="0" err="1">
                <a:solidFill>
                  <a:schemeClr val="tx2"/>
                </a:solidFill>
              </a:rPr>
              <a:t>lugar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 err="1">
                <a:solidFill>
                  <a:schemeClr val="tx2"/>
                </a:solidFill>
              </a:rPr>
              <a:t>Perdem</a:t>
            </a:r>
            <a:r>
              <a:rPr lang="en-US" sz="1800" dirty="0">
                <a:solidFill>
                  <a:schemeClr val="tx2"/>
                </a:solidFill>
              </a:rPr>
              <a:t> tempo e </a:t>
            </a:r>
            <a:r>
              <a:rPr lang="en-US" sz="1800" dirty="0" err="1">
                <a:solidFill>
                  <a:schemeClr val="tx2"/>
                </a:solidFill>
              </a:rPr>
              <a:t>chegam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atrasados</a:t>
            </a:r>
            <a:endParaRPr lang="en-US" sz="1800" dirty="0"/>
          </a:p>
        </p:txBody>
      </p:sp>
      <p:sp>
        <p:nvSpPr>
          <p:cNvPr id="8" name="Cartão problema 2"/>
          <p:cNvSpPr/>
          <p:nvPr/>
        </p:nvSpPr>
        <p:spPr>
          <a:xfrm>
            <a:off x="6240551" y="2434398"/>
            <a:ext cx="5362956" cy="34747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Gestor do parque círculo"/>
          <p:cNvSpPr/>
          <p:nvPr/>
        </p:nvSpPr>
        <p:spPr>
          <a:xfrm>
            <a:off x="6551676" y="2428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Gestor do parque ícone" descr="Gestor do parq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106" y="2576830"/>
            <a:ext cx="297180" cy="297180"/>
          </a:xfrm>
          <a:prstGeom prst="rect">
            <a:avLst/>
          </a:prstGeom>
        </p:spPr>
      </p:pic>
      <p:sp>
        <p:nvSpPr>
          <p:cNvPr id="11" name="Título problema 2"/>
          <p:cNvSpPr txBox="1"/>
          <p:nvPr/>
        </p:nvSpPr>
        <p:spPr>
          <a:xfrm>
            <a:off x="7379716" y="2428240"/>
            <a:ext cx="39913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chemeClr val="tx1"/>
                </a:solidFill>
              </a:rPr>
              <a:t>Parque ou empresa</a:t>
            </a:r>
            <a:endParaRPr lang="en-US" sz="2200"/>
          </a:p>
        </p:txBody>
      </p:sp>
      <p:sp>
        <p:nvSpPr>
          <p:cNvPr id="12" name="Lista problema 2"/>
          <p:cNvSpPr txBox="1"/>
          <p:nvPr/>
        </p:nvSpPr>
        <p:spPr>
          <a:xfrm>
            <a:off x="6551676" y="3429000"/>
            <a:ext cx="48143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Difícil saber quantas vagas estão ocupadas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Sem registo de quem entra e sai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Pouco controlo sobre quem usa o estacionamento</a:t>
            </a:r>
            <a:endParaRPr lang="en-US" sz="1800"/>
          </a:p>
        </p:txBody>
      </p:sp>
      <p:pic>
        <p:nvPicPr>
          <p:cNvPr id="16" name="Imagem 15" descr="Condutor - ícones de do utilizador grátis">
            <a:extLst>
              <a:ext uri="{FF2B5EF4-FFF2-40B4-BE49-F238E27FC236}">
                <a16:creationId xmlns:a16="http://schemas.microsoft.com/office/drawing/2014/main" id="{D4BE7B61-D001-5D8D-CA33-444EA935D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913" y="4023360"/>
            <a:ext cx="1798803" cy="1798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>
                <a:solidFill>
                  <a:schemeClr val="tx1"/>
                </a:solidFill>
              </a:rPr>
              <a:t>Como funciona</a:t>
            </a:r>
            <a:endParaRPr lang="en-US" sz="3800"/>
          </a:p>
        </p:txBody>
      </p:sp>
      <p:sp>
        <p:nvSpPr>
          <p:cNvPr id="3" name="Passo 1"/>
          <p:cNvSpPr/>
          <p:nvPr/>
        </p:nvSpPr>
        <p:spPr>
          <a:xfrm>
            <a:off x="548640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Ver vagas livres círculo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Ver vagas livres ícone" descr="Ver vagas liv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31670"/>
            <a:ext cx="297180" cy="297180"/>
          </a:xfrm>
          <a:prstGeom prst="rect">
            <a:avLst/>
          </a:prstGeom>
        </p:spPr>
      </p:pic>
      <p:sp>
        <p:nvSpPr>
          <p:cNvPr id="6" name="Título passo 1"/>
          <p:cNvSpPr txBox="1"/>
          <p:nvPr/>
        </p:nvSpPr>
        <p:spPr>
          <a:xfrm>
            <a:off x="822960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Ver vagas livres</a:t>
            </a:r>
            <a:endParaRPr lang="en-US" sz="1800"/>
          </a:p>
        </p:txBody>
      </p:sp>
      <p:sp>
        <p:nvSpPr>
          <p:cNvPr id="7" name="Texto passo 1"/>
          <p:cNvSpPr txBox="1"/>
          <p:nvPr/>
        </p:nvSpPr>
        <p:spPr>
          <a:xfrm>
            <a:off x="822960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O condutor vê quantas vagas há, sempre atualizado.</a:t>
            </a:r>
            <a:endParaRPr lang="en-US" sz="1400"/>
          </a:p>
        </p:txBody>
      </p:sp>
      <p:sp>
        <p:nvSpPr>
          <p:cNvPr id="8" name="Seta 1"/>
          <p:cNvSpPr/>
          <p:nvPr/>
        </p:nvSpPr>
        <p:spPr>
          <a:xfrm>
            <a:off x="3143250" y="260604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Passo 2"/>
          <p:cNvSpPr/>
          <p:nvPr/>
        </p:nvSpPr>
        <p:spPr>
          <a:xfrm>
            <a:off x="3390138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Reservar círculo"/>
          <p:cNvSpPr/>
          <p:nvPr/>
        </p:nvSpPr>
        <p:spPr>
          <a:xfrm>
            <a:off x="3664458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Reservar ícone" descr="Reserv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1931670"/>
            <a:ext cx="297180" cy="297180"/>
          </a:xfrm>
          <a:prstGeom prst="rect">
            <a:avLst/>
          </a:prstGeom>
        </p:spPr>
      </p:pic>
      <p:sp>
        <p:nvSpPr>
          <p:cNvPr id="12" name="Título passo 2"/>
          <p:cNvSpPr txBox="1"/>
          <p:nvPr/>
        </p:nvSpPr>
        <p:spPr>
          <a:xfrm>
            <a:off x="3664458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Entrar</a:t>
            </a:r>
            <a:endParaRPr lang="en-US" sz="1800"/>
          </a:p>
        </p:txBody>
      </p:sp>
      <p:sp>
        <p:nvSpPr>
          <p:cNvPr id="13" name="Texto passo 2"/>
          <p:cNvSpPr txBox="1"/>
          <p:nvPr/>
        </p:nvSpPr>
        <p:spPr>
          <a:xfrm>
            <a:off x="3664458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Ao chegar, pede um QR code ou uma senha na app.</a:t>
            </a:r>
            <a:endParaRPr lang="en-US" sz="1400"/>
          </a:p>
        </p:txBody>
      </p:sp>
      <p:sp>
        <p:nvSpPr>
          <p:cNvPr id="14" name="Seta 2"/>
          <p:cNvSpPr/>
          <p:nvPr/>
        </p:nvSpPr>
        <p:spPr>
          <a:xfrm>
            <a:off x="5984748" y="260604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Passo 3"/>
          <p:cNvSpPr/>
          <p:nvPr/>
        </p:nvSpPr>
        <p:spPr>
          <a:xfrm>
            <a:off x="6231636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QR code círculo"/>
          <p:cNvSpPr/>
          <p:nvPr/>
        </p:nvSpPr>
        <p:spPr>
          <a:xfrm>
            <a:off x="6505956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QR code ícone" descr="QR 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546" y="1931670"/>
            <a:ext cx="297180" cy="297180"/>
          </a:xfrm>
          <a:prstGeom prst="rect">
            <a:avLst/>
          </a:prstGeom>
        </p:spPr>
      </p:pic>
      <p:sp>
        <p:nvSpPr>
          <p:cNvPr id="18" name="Título passo 3"/>
          <p:cNvSpPr txBox="1"/>
          <p:nvPr/>
        </p:nvSpPr>
        <p:spPr>
          <a:xfrm>
            <a:off x="6505956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Cancela</a:t>
            </a:r>
            <a:endParaRPr lang="en-US" sz="1800"/>
          </a:p>
        </p:txBody>
      </p:sp>
      <p:sp>
        <p:nvSpPr>
          <p:cNvPr id="19" name="Texto passo 3"/>
          <p:cNvSpPr txBox="1"/>
          <p:nvPr/>
        </p:nvSpPr>
        <p:spPr>
          <a:xfrm>
            <a:off x="6505956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Lê o código, abre e conta o carro.</a:t>
            </a:r>
            <a:endParaRPr lang="en-US" sz="1400"/>
          </a:p>
        </p:txBody>
      </p:sp>
      <p:sp>
        <p:nvSpPr>
          <p:cNvPr id="20" name="Seta 3"/>
          <p:cNvSpPr/>
          <p:nvPr/>
        </p:nvSpPr>
        <p:spPr>
          <a:xfrm>
            <a:off x="8826246" y="260604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Passo 4"/>
          <p:cNvSpPr/>
          <p:nvPr/>
        </p:nvSpPr>
        <p:spPr>
          <a:xfrm>
            <a:off x="9073134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Cancela simulada círculo"/>
          <p:cNvSpPr/>
          <p:nvPr/>
        </p:nvSpPr>
        <p:spPr>
          <a:xfrm>
            <a:off x="9347454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Cancela simulada ícone" descr="Cancela simulad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044" y="1931670"/>
            <a:ext cx="297180" cy="297180"/>
          </a:xfrm>
          <a:prstGeom prst="rect">
            <a:avLst/>
          </a:prstGeom>
        </p:spPr>
      </p:pic>
      <p:sp>
        <p:nvSpPr>
          <p:cNvPr id="24" name="Título passo 4"/>
          <p:cNvSpPr txBox="1"/>
          <p:nvPr/>
        </p:nvSpPr>
        <p:spPr>
          <a:xfrm>
            <a:off x="9347454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A vaga</a:t>
            </a:r>
            <a:endParaRPr lang="en-US" sz="1800"/>
          </a:p>
        </p:txBody>
      </p:sp>
      <p:sp>
        <p:nvSpPr>
          <p:cNvPr id="25" name="Texto passo 4"/>
          <p:cNvSpPr txBox="1"/>
          <p:nvPr/>
        </p:nvSpPr>
        <p:spPr>
          <a:xfrm>
            <a:off x="9347454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A app mostra onde estacionar.</a:t>
            </a:r>
            <a:endParaRPr lang="en-US" sz="1400"/>
          </a:p>
        </p:txBody>
      </p:sp>
      <p:sp>
        <p:nvSpPr>
          <p:cNvPr id="26" name="Perfil 1"/>
          <p:cNvSpPr/>
          <p:nvPr/>
        </p:nvSpPr>
        <p:spPr>
          <a:xfrm>
            <a:off x="548640" y="4206240"/>
            <a:ext cx="5362956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Cliente círculo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Cliente ícone" descr="Clien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90" y="4560570"/>
            <a:ext cx="251460" cy="251460"/>
          </a:xfrm>
          <a:prstGeom prst="rect">
            <a:avLst/>
          </a:prstGeom>
        </p:spPr>
      </p:pic>
      <p:sp>
        <p:nvSpPr>
          <p:cNvPr id="29" name="Título perfil 1"/>
          <p:cNvSpPr txBox="1"/>
          <p:nvPr/>
        </p:nvSpPr>
        <p:spPr>
          <a:xfrm>
            <a:off x="1508760" y="4434840"/>
            <a:ext cx="4082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tx1"/>
                </a:solidFill>
              </a:rPr>
              <a:t>Condutor</a:t>
            </a:r>
            <a:endParaRPr lang="en-US" sz="2000"/>
          </a:p>
        </p:txBody>
      </p:sp>
      <p:sp>
        <p:nvSpPr>
          <p:cNvPr id="30" name="Texto perfil 1"/>
          <p:cNvSpPr txBox="1"/>
          <p:nvPr/>
        </p:nvSpPr>
        <p:spPr>
          <a:xfrm>
            <a:off x="822960" y="512064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err="1">
                <a:solidFill>
                  <a:schemeClr val="tx2"/>
                </a:solidFill>
              </a:rPr>
              <a:t>Vê as vagas livres, entra com um código e sabe onde estacionar.</a:t>
            </a:r>
          </a:p>
        </p:txBody>
      </p:sp>
      <p:sp>
        <p:nvSpPr>
          <p:cNvPr id="31" name="Perfil 2"/>
          <p:cNvSpPr/>
          <p:nvPr/>
        </p:nvSpPr>
        <p:spPr>
          <a:xfrm>
            <a:off x="6277356" y="4206240"/>
            <a:ext cx="5362956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Administrador círculo"/>
          <p:cNvSpPr/>
          <p:nvPr/>
        </p:nvSpPr>
        <p:spPr>
          <a:xfrm>
            <a:off x="6551676" y="4434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Administrador ícone" descr="Administrad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7406" y="4560570"/>
            <a:ext cx="251460" cy="251460"/>
          </a:xfrm>
          <a:prstGeom prst="rect">
            <a:avLst/>
          </a:prstGeom>
        </p:spPr>
      </p:pic>
      <p:sp>
        <p:nvSpPr>
          <p:cNvPr id="34" name="Título perfil 2"/>
          <p:cNvSpPr txBox="1"/>
          <p:nvPr/>
        </p:nvSpPr>
        <p:spPr>
          <a:xfrm>
            <a:off x="7237476" y="4434840"/>
            <a:ext cx="4082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tx1"/>
                </a:solidFill>
              </a:rPr>
              <a:t>Administrador</a:t>
            </a:r>
            <a:endParaRPr lang="en-US" sz="2000"/>
          </a:p>
        </p:txBody>
      </p:sp>
      <p:sp>
        <p:nvSpPr>
          <p:cNvPr id="35" name="Texto perfil 2"/>
          <p:cNvSpPr txBox="1"/>
          <p:nvPr/>
        </p:nvSpPr>
        <p:spPr>
          <a:xfrm>
            <a:off x="6551676" y="512064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Gere as vagas e a ordem delas, vê a ocupação em tempo real e consulta quem entrou e saiu.</a:t>
            </a:r>
            <a:endParaRPr lang="en-US" sz="1600"/>
          </a:p>
        </p:txBody>
      </p:sp>
      <p:pic>
        <p:nvPicPr>
          <p:cNvPr id="36" name="Imagem 35" descr="Baixar Lugar De Estacionamento Icon em SVG, PNG para Mapas e navegação |  IconScout">
            <a:extLst>
              <a:ext uri="{FF2B5EF4-FFF2-40B4-BE49-F238E27FC236}">
                <a16:creationId xmlns:a16="http://schemas.microsoft.com/office/drawing/2014/main" id="{B570F6C1-36AE-8663-13A4-9BA8EAD89C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3287" y="4201160"/>
            <a:ext cx="161544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/>
              <a:t>O que inclui e o que fica de fora</a:t>
            </a:r>
          </a:p>
        </p:txBody>
      </p:sp>
      <p:sp>
        <p:nvSpPr>
          <p:cNvPr id="3" name="Cartão âmbito 1"/>
          <p:cNvSpPr/>
          <p:nvPr/>
        </p:nvSpPr>
        <p:spPr>
          <a:xfrm>
            <a:off x="721360" y="2580640"/>
            <a:ext cx="3514344" cy="425196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Etiqueta âmbito 1"/>
          <p:cNvSpPr/>
          <p:nvPr/>
        </p:nvSpPr>
        <p:spPr>
          <a:xfrm>
            <a:off x="995680" y="2854960"/>
            <a:ext cx="2965704" cy="502920"/>
          </a:xfrm>
          <a:prstGeom prst="roundRect">
            <a:avLst>
              <a:gd name="adj" fmla="val 2727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o etiqueta 1"/>
          <p:cNvSpPr txBox="1"/>
          <p:nvPr/>
        </p:nvSpPr>
        <p:spPr>
          <a:xfrm>
            <a:off x="995680" y="285496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Essencial</a:t>
            </a:r>
            <a:endParaRPr lang="en-US" sz="1800"/>
          </a:p>
        </p:txBody>
      </p:sp>
      <p:sp>
        <p:nvSpPr>
          <p:cNvPr id="6" name="Lista âmbito 1"/>
          <p:cNvSpPr txBox="1"/>
          <p:nvPr/>
        </p:nvSpPr>
        <p:spPr>
          <a:xfrm>
            <a:off x="995680" y="3632200"/>
            <a:ext cx="2965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Registo e entrada de condutores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Ver vagas livres</a:t>
            </a:r>
            <a:endParaRPr lang="en-US" sz="160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err="1"/>
              <a:t>QR code ou senha à chegada</a:t>
            </a:r>
            <a:endParaRPr lang="en-US" sz="1600" err="1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Cancela simulada</a:t>
            </a:r>
            <a:endParaRPr lang="en-US" sz="1600" err="1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Vaga indicada ao condutor</a:t>
            </a:r>
            <a:endParaRPr lang="en-US" sz="160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err="1"/>
              <a:t>Gestão das vagas e da ocupação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7" name="Cartão âmbito 2"/>
          <p:cNvSpPr/>
          <p:nvPr/>
        </p:nvSpPr>
        <p:spPr>
          <a:xfrm>
            <a:off x="4510024" y="2580640"/>
            <a:ext cx="3514344" cy="425196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Etiqueta âmbito 2"/>
          <p:cNvSpPr/>
          <p:nvPr/>
        </p:nvSpPr>
        <p:spPr>
          <a:xfrm>
            <a:off x="4784344" y="2854960"/>
            <a:ext cx="2965704" cy="502920"/>
          </a:xfrm>
          <a:prstGeom prst="roundRect">
            <a:avLst>
              <a:gd name="adj" fmla="val 27273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o etiqueta 2"/>
          <p:cNvSpPr txBox="1"/>
          <p:nvPr/>
        </p:nvSpPr>
        <p:spPr>
          <a:xfrm>
            <a:off x="4784344" y="285496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Se houver tempo</a:t>
            </a:r>
            <a:endParaRPr lang="en-US" sz="1800"/>
          </a:p>
        </p:txBody>
      </p:sp>
      <p:sp>
        <p:nvSpPr>
          <p:cNvPr id="10" name="Lista âmbito 2"/>
          <p:cNvSpPr txBox="1"/>
          <p:nvPr/>
        </p:nvSpPr>
        <p:spPr>
          <a:xfrm>
            <a:off x="4784344" y="3632200"/>
            <a:ext cx="2965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Código da empresa para os funcionários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Pedir outra vaga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Localização do estacionamento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Registo de entradas e saídas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Corrigir uma vaga à mão</a:t>
            </a:r>
            <a:endParaRPr lang="en-US" sz="1600"/>
          </a:p>
        </p:txBody>
      </p:sp>
      <p:sp>
        <p:nvSpPr>
          <p:cNvPr id="11" name="Cartão âmbito 3"/>
          <p:cNvSpPr/>
          <p:nvPr/>
        </p:nvSpPr>
        <p:spPr>
          <a:xfrm>
            <a:off x="8298688" y="2580640"/>
            <a:ext cx="3514344" cy="425196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Etiqueta âmbito 3"/>
          <p:cNvSpPr/>
          <p:nvPr/>
        </p:nvSpPr>
        <p:spPr>
          <a:xfrm>
            <a:off x="8573008" y="2854960"/>
            <a:ext cx="2965704" cy="502920"/>
          </a:xfrm>
          <a:prstGeom prst="roundRect">
            <a:avLst>
              <a:gd name="adj" fmla="val 2727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o etiqueta 3"/>
          <p:cNvSpPr txBox="1"/>
          <p:nvPr/>
        </p:nvSpPr>
        <p:spPr>
          <a:xfrm>
            <a:off x="8573008" y="285496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Fica de fora</a:t>
            </a:r>
            <a:endParaRPr lang="en-US" sz="1800"/>
          </a:p>
        </p:txBody>
      </p:sp>
      <p:sp>
        <p:nvSpPr>
          <p:cNvPr id="14" name="Lista âmbito 3"/>
          <p:cNvSpPr txBox="1"/>
          <p:nvPr/>
        </p:nvSpPr>
        <p:spPr>
          <a:xfrm>
            <a:off x="8573008" y="3632200"/>
            <a:ext cx="2965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Cancela e câmaras reais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err="1"/>
              <a:t>Reservas e pagamentos</a:t>
            </a:r>
            <a:endParaRPr lang="en-US" sz="160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Leitura de matrículas</a:t>
            </a:r>
            <a:endParaRPr lang="en-US" sz="1600" err="1">
              <a:ea typeface="Calibri"/>
              <a:cs typeface="Calibri"/>
            </a:endParaRPr>
          </a:p>
        </p:txBody>
      </p:sp>
      <p:pic>
        <p:nvPicPr>
          <p:cNvPr id="17" name="Picture 16" descr="Sem Logotipo De Estacionamento Png">
            <a:extLst>
              <a:ext uri="{FF2B5EF4-FFF2-40B4-BE49-F238E27FC236}">
                <a16:creationId xmlns:a16="http://schemas.microsoft.com/office/drawing/2014/main" id="{E336C55C-EDD5-59E8-4C51-E05119831E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56" b="-658"/>
          <a:stretch>
            <a:fillRect/>
          </a:stretch>
        </p:blipFill>
        <p:spPr>
          <a:xfrm>
            <a:off x="9178290" y="458152"/>
            <a:ext cx="2867668" cy="1562789"/>
          </a:xfrm>
          <a:prstGeom prst="rect">
            <a:avLst/>
          </a:prstGeom>
        </p:spPr>
      </p:pic>
      <p:pic>
        <p:nvPicPr>
          <p:cNvPr id="19" name="Picture 34">
            <a:extLst>
              <a:ext uri="{FF2B5EF4-FFF2-40B4-BE49-F238E27FC236}">
                <a16:creationId xmlns:a16="http://schemas.microsoft.com/office/drawing/2014/main" id="{3951F4D1-F443-2F05-A4F4-427E74B46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078" y="634736"/>
            <a:ext cx="1887220" cy="1660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essoa 1">
            <a:extLst>
              <a:ext uri="{FF2B5EF4-FFF2-40B4-BE49-F238E27FC236}">
                <a16:creationId xmlns:a16="http://schemas.microsoft.com/office/drawing/2014/main" id="{ED52AB46-A9D5-70BD-894E-5931D07E50E5}"/>
              </a:ext>
            </a:extLst>
          </p:cNvPr>
          <p:cNvSpPr/>
          <p:nvPr/>
        </p:nvSpPr>
        <p:spPr>
          <a:xfrm>
            <a:off x="5504688" y="5563126"/>
            <a:ext cx="6035040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2" name="Pessoa 2">
            <a:extLst>
              <a:ext uri="{FF2B5EF4-FFF2-40B4-BE49-F238E27FC236}">
                <a16:creationId xmlns:a16="http://schemas.microsoft.com/office/drawing/2014/main" id="{F0032E44-93D5-35A5-7200-809C187A419B}"/>
              </a:ext>
            </a:extLst>
          </p:cNvPr>
          <p:cNvSpPr/>
          <p:nvPr/>
        </p:nvSpPr>
        <p:spPr>
          <a:xfrm>
            <a:off x="5504688" y="1459589"/>
            <a:ext cx="6035040" cy="3938821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3" name="Text 0">
            <a:extLst>
              <a:ext uri="{FF2B5EF4-FFF2-40B4-BE49-F238E27FC236}">
                <a16:creationId xmlns:a16="http://schemas.microsoft.com/office/drawing/2014/main" id="{69380D68-0672-1F92-EC25-7EF4E0C7E62D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41248" y="29819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 err="1">
                <a:solidFill>
                  <a:schemeClr val="tx1"/>
                </a:solidFill>
              </a:rPr>
              <a:t>Equipa</a:t>
            </a:r>
            <a:r>
              <a:rPr lang="en-US" sz="3800" b="1" dirty="0">
                <a:solidFill>
                  <a:schemeClr val="tx1"/>
                </a:solidFill>
              </a:rPr>
              <a:t> e </a:t>
            </a:r>
            <a:r>
              <a:rPr lang="en-US" sz="3800" b="1" dirty="0" err="1">
                <a:solidFill>
                  <a:schemeClr val="tx1"/>
                </a:solidFill>
              </a:rPr>
              <a:t>tecnologias</a:t>
            </a:r>
            <a:endParaRPr lang="en-US" sz="3800" dirty="0"/>
          </a:p>
        </p:txBody>
      </p:sp>
      <p:sp>
        <p:nvSpPr>
          <p:cNvPr id="104" name="Título equipa">
            <a:extLst>
              <a:ext uri="{FF2B5EF4-FFF2-40B4-BE49-F238E27FC236}">
                <a16:creationId xmlns:a16="http://schemas.microsoft.com/office/drawing/2014/main" id="{47C8959C-3E0D-5EA1-4530-44B25445161E}"/>
              </a:ext>
            </a:extLst>
          </p:cNvPr>
          <p:cNvSpPr txBox="1"/>
          <p:nvPr/>
        </p:nvSpPr>
        <p:spPr>
          <a:xfrm>
            <a:off x="841248" y="1688189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chemeClr val="accent1"/>
                </a:solidFill>
              </a:rPr>
              <a:t>Equipa</a:t>
            </a:r>
            <a:endParaRPr lang="en-US" sz="2200"/>
          </a:p>
        </p:txBody>
      </p:sp>
      <p:sp>
        <p:nvSpPr>
          <p:cNvPr id="105" name="Pessoa 1">
            <a:extLst>
              <a:ext uri="{FF2B5EF4-FFF2-40B4-BE49-F238E27FC236}">
                <a16:creationId xmlns:a16="http://schemas.microsoft.com/office/drawing/2014/main" id="{0459F611-ED5F-82B0-8905-54A81DF00190}"/>
              </a:ext>
            </a:extLst>
          </p:cNvPr>
          <p:cNvSpPr/>
          <p:nvPr/>
        </p:nvSpPr>
        <p:spPr>
          <a:xfrm>
            <a:off x="841248" y="2236829"/>
            <a:ext cx="4572000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6" name="[Nome 1] círculo">
            <a:extLst>
              <a:ext uri="{FF2B5EF4-FFF2-40B4-BE49-F238E27FC236}">
                <a16:creationId xmlns:a16="http://schemas.microsoft.com/office/drawing/2014/main" id="{0C7B4DAD-690C-0410-9465-E73EC70C20A6}"/>
              </a:ext>
            </a:extLst>
          </p:cNvPr>
          <p:cNvSpPr/>
          <p:nvPr/>
        </p:nvSpPr>
        <p:spPr>
          <a:xfrm>
            <a:off x="1115568" y="2511149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7" name="[Nome 1] ícone" descr="[Nome 1]">
            <a:extLst>
              <a:ext uri="{FF2B5EF4-FFF2-40B4-BE49-F238E27FC236}">
                <a16:creationId xmlns:a16="http://schemas.microsoft.com/office/drawing/2014/main" id="{7FC3D1AC-A494-7299-4FC8-465CBBF50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648309"/>
            <a:ext cx="274320" cy="274320"/>
          </a:xfrm>
          <a:prstGeom prst="rect">
            <a:avLst/>
          </a:prstGeom>
        </p:spPr>
      </p:pic>
      <p:sp>
        <p:nvSpPr>
          <p:cNvPr id="108" name="Nome 1">
            <a:extLst>
              <a:ext uri="{FF2B5EF4-FFF2-40B4-BE49-F238E27FC236}">
                <a16:creationId xmlns:a16="http://schemas.microsoft.com/office/drawing/2014/main" id="{1049D216-1E5C-872B-61AF-06CE7A1AF967}"/>
              </a:ext>
            </a:extLst>
          </p:cNvPr>
          <p:cNvSpPr txBox="1"/>
          <p:nvPr/>
        </p:nvSpPr>
        <p:spPr>
          <a:xfrm>
            <a:off x="1892808" y="2651357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/>
              <a:t>Ygor Eto</a:t>
            </a:r>
            <a:endParaRPr lang="en-US" sz="1800"/>
          </a:p>
        </p:txBody>
      </p:sp>
      <p:sp>
        <p:nvSpPr>
          <p:cNvPr id="109" name="Pessoa 2">
            <a:extLst>
              <a:ext uri="{FF2B5EF4-FFF2-40B4-BE49-F238E27FC236}">
                <a16:creationId xmlns:a16="http://schemas.microsoft.com/office/drawing/2014/main" id="{71770FBC-8501-0B9F-62DE-7042408776C7}"/>
              </a:ext>
            </a:extLst>
          </p:cNvPr>
          <p:cNvSpPr/>
          <p:nvPr/>
        </p:nvSpPr>
        <p:spPr>
          <a:xfrm>
            <a:off x="841248" y="3516989"/>
            <a:ext cx="4572000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0" name="[Nome 2] círculo">
            <a:extLst>
              <a:ext uri="{FF2B5EF4-FFF2-40B4-BE49-F238E27FC236}">
                <a16:creationId xmlns:a16="http://schemas.microsoft.com/office/drawing/2014/main" id="{55E598AF-CB7E-A040-8A7B-D5A736BA58B3}"/>
              </a:ext>
            </a:extLst>
          </p:cNvPr>
          <p:cNvSpPr/>
          <p:nvPr/>
        </p:nvSpPr>
        <p:spPr>
          <a:xfrm>
            <a:off x="1115568" y="3791309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1" name="[Nome 2] ícone" descr="[Nome 2]">
            <a:extLst>
              <a:ext uri="{FF2B5EF4-FFF2-40B4-BE49-F238E27FC236}">
                <a16:creationId xmlns:a16="http://schemas.microsoft.com/office/drawing/2014/main" id="{E4E3A2EE-6423-8DB8-1E39-FF4EBD1AB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3928469"/>
            <a:ext cx="274320" cy="274320"/>
          </a:xfrm>
          <a:prstGeom prst="rect">
            <a:avLst/>
          </a:prstGeom>
        </p:spPr>
      </p:pic>
      <p:sp>
        <p:nvSpPr>
          <p:cNvPr id="112" name="Nome 2">
            <a:extLst>
              <a:ext uri="{FF2B5EF4-FFF2-40B4-BE49-F238E27FC236}">
                <a16:creationId xmlns:a16="http://schemas.microsoft.com/office/drawing/2014/main" id="{1346F428-86DB-168F-20AD-82BAAC8B02E0}"/>
              </a:ext>
            </a:extLst>
          </p:cNvPr>
          <p:cNvSpPr txBox="1"/>
          <p:nvPr/>
        </p:nvSpPr>
        <p:spPr>
          <a:xfrm>
            <a:off x="1892808" y="3880717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/>
              <a:t>Lucas Santos</a:t>
            </a:r>
            <a:endParaRPr lang="en-US" sz="1800"/>
          </a:p>
        </p:txBody>
      </p:sp>
      <p:sp>
        <p:nvSpPr>
          <p:cNvPr id="113" name="Título tecnologias">
            <a:extLst>
              <a:ext uri="{FF2B5EF4-FFF2-40B4-BE49-F238E27FC236}">
                <a16:creationId xmlns:a16="http://schemas.microsoft.com/office/drawing/2014/main" id="{AB712831-E87B-99E1-5D3D-56F4C1D262DE}"/>
              </a:ext>
            </a:extLst>
          </p:cNvPr>
          <p:cNvSpPr txBox="1"/>
          <p:nvPr/>
        </p:nvSpPr>
        <p:spPr>
          <a:xfrm>
            <a:off x="5870448" y="1688189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err="1">
                <a:solidFill>
                  <a:schemeClr val="accent1"/>
                </a:solidFill>
              </a:rPr>
              <a:t>Tecnologias</a:t>
            </a:r>
            <a:endParaRPr lang="en-US" sz="2200"/>
          </a:p>
        </p:txBody>
      </p:sp>
      <p:sp>
        <p:nvSpPr>
          <p:cNvPr id="114" name="Tech rótulo 1">
            <a:extLst>
              <a:ext uri="{FF2B5EF4-FFF2-40B4-BE49-F238E27FC236}">
                <a16:creationId xmlns:a16="http://schemas.microsoft.com/office/drawing/2014/main" id="{4F9B6FC3-5251-B293-C6F9-316C150ABC3A}"/>
              </a:ext>
            </a:extLst>
          </p:cNvPr>
          <p:cNvSpPr txBox="1"/>
          <p:nvPr/>
        </p:nvSpPr>
        <p:spPr>
          <a:xfrm>
            <a:off x="5870448" y="223682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Frontend</a:t>
            </a:r>
            <a:endParaRPr lang="en-US" sz="1600"/>
          </a:p>
        </p:txBody>
      </p:sp>
      <p:sp>
        <p:nvSpPr>
          <p:cNvPr id="115" name="Tech valor 1">
            <a:extLst>
              <a:ext uri="{FF2B5EF4-FFF2-40B4-BE49-F238E27FC236}">
                <a16:creationId xmlns:a16="http://schemas.microsoft.com/office/drawing/2014/main" id="{796F06BC-1FDE-1135-6AE8-195906756B4D}"/>
              </a:ext>
            </a:extLst>
          </p:cNvPr>
          <p:cNvSpPr txBox="1"/>
          <p:nvPr/>
        </p:nvSpPr>
        <p:spPr>
          <a:xfrm>
            <a:off x="7790688" y="223682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HTML, JavaScript, CSS e Bootstrap</a:t>
            </a:r>
            <a:endParaRPr lang="en-US" sz="1600"/>
          </a:p>
        </p:txBody>
      </p:sp>
      <p:sp>
        <p:nvSpPr>
          <p:cNvPr id="116" name="Tech rótulo 2">
            <a:extLst>
              <a:ext uri="{FF2B5EF4-FFF2-40B4-BE49-F238E27FC236}">
                <a16:creationId xmlns:a16="http://schemas.microsoft.com/office/drawing/2014/main" id="{95886DD6-FBDE-577C-0CC3-1CC00E4A17BB}"/>
              </a:ext>
            </a:extLst>
          </p:cNvPr>
          <p:cNvSpPr txBox="1"/>
          <p:nvPr/>
        </p:nvSpPr>
        <p:spPr>
          <a:xfrm>
            <a:off x="5870448" y="273974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Design</a:t>
            </a:r>
            <a:endParaRPr lang="en-US" sz="1600"/>
          </a:p>
        </p:txBody>
      </p:sp>
      <p:sp>
        <p:nvSpPr>
          <p:cNvPr id="117" name="Tech valor 2">
            <a:extLst>
              <a:ext uri="{FF2B5EF4-FFF2-40B4-BE49-F238E27FC236}">
                <a16:creationId xmlns:a16="http://schemas.microsoft.com/office/drawing/2014/main" id="{B3A0AB95-4EB7-EABF-B109-955ED1010835}"/>
              </a:ext>
            </a:extLst>
          </p:cNvPr>
          <p:cNvSpPr txBox="1"/>
          <p:nvPr/>
        </p:nvSpPr>
        <p:spPr>
          <a:xfrm>
            <a:off x="7790688" y="273974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Figma</a:t>
            </a:r>
            <a:endParaRPr lang="en-US" sz="1600"/>
          </a:p>
        </p:txBody>
      </p:sp>
      <p:sp>
        <p:nvSpPr>
          <p:cNvPr id="118" name="Tech rótulo 3">
            <a:extLst>
              <a:ext uri="{FF2B5EF4-FFF2-40B4-BE49-F238E27FC236}">
                <a16:creationId xmlns:a16="http://schemas.microsoft.com/office/drawing/2014/main" id="{A4083944-566B-B02C-5136-0C4F2D1D4524}"/>
              </a:ext>
            </a:extLst>
          </p:cNvPr>
          <p:cNvSpPr txBox="1"/>
          <p:nvPr/>
        </p:nvSpPr>
        <p:spPr>
          <a:xfrm>
            <a:off x="5870448" y="324266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Backend</a:t>
            </a:r>
            <a:endParaRPr lang="en-US" sz="1600"/>
          </a:p>
        </p:txBody>
      </p:sp>
      <p:sp>
        <p:nvSpPr>
          <p:cNvPr id="119" name="Tech valor 3">
            <a:extLst>
              <a:ext uri="{FF2B5EF4-FFF2-40B4-BE49-F238E27FC236}">
                <a16:creationId xmlns:a16="http://schemas.microsoft.com/office/drawing/2014/main" id="{130CE97C-079A-2C65-E67D-C390ED58D822}"/>
              </a:ext>
            </a:extLst>
          </p:cNvPr>
          <p:cNvSpPr txBox="1"/>
          <p:nvPr/>
        </p:nvSpPr>
        <p:spPr>
          <a:xfrm>
            <a:off x="7790688" y="324266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PHP</a:t>
            </a:r>
            <a:endParaRPr lang="en-US" sz="1600"/>
          </a:p>
        </p:txBody>
      </p:sp>
      <p:sp>
        <p:nvSpPr>
          <p:cNvPr id="120" name="Tech rótulo 4">
            <a:extLst>
              <a:ext uri="{FF2B5EF4-FFF2-40B4-BE49-F238E27FC236}">
                <a16:creationId xmlns:a16="http://schemas.microsoft.com/office/drawing/2014/main" id="{4A76CFDD-D16C-1178-0AA9-D995B6515E0C}"/>
              </a:ext>
            </a:extLst>
          </p:cNvPr>
          <p:cNvSpPr txBox="1"/>
          <p:nvPr/>
        </p:nvSpPr>
        <p:spPr>
          <a:xfrm>
            <a:off x="5870448" y="374558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Base de dados</a:t>
            </a:r>
            <a:endParaRPr lang="en-US" sz="1600"/>
          </a:p>
        </p:txBody>
      </p:sp>
      <p:sp>
        <p:nvSpPr>
          <p:cNvPr id="121" name="Tech valor 4">
            <a:extLst>
              <a:ext uri="{FF2B5EF4-FFF2-40B4-BE49-F238E27FC236}">
                <a16:creationId xmlns:a16="http://schemas.microsoft.com/office/drawing/2014/main" id="{487C8299-7D8C-FA1D-B148-B236B95BDF5D}"/>
              </a:ext>
            </a:extLst>
          </p:cNvPr>
          <p:cNvSpPr txBox="1"/>
          <p:nvPr/>
        </p:nvSpPr>
        <p:spPr>
          <a:xfrm>
            <a:off x="7790688" y="374558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MySQL</a:t>
            </a:r>
            <a:endParaRPr lang="en-US" sz="1600"/>
          </a:p>
        </p:txBody>
      </p:sp>
      <p:sp>
        <p:nvSpPr>
          <p:cNvPr id="122" name="Tech rótulo 5">
            <a:extLst>
              <a:ext uri="{FF2B5EF4-FFF2-40B4-BE49-F238E27FC236}">
                <a16:creationId xmlns:a16="http://schemas.microsoft.com/office/drawing/2014/main" id="{E25481C3-C99A-8C98-610F-B57E91DB9C2D}"/>
              </a:ext>
            </a:extLst>
          </p:cNvPr>
          <p:cNvSpPr txBox="1"/>
          <p:nvPr/>
        </p:nvSpPr>
        <p:spPr>
          <a:xfrm>
            <a:off x="5870448" y="424850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chemeClr val="tx1"/>
                </a:solidFill>
              </a:rPr>
              <a:t>Repositório</a:t>
            </a:r>
            <a:endParaRPr lang="en-US" sz="1600"/>
          </a:p>
        </p:txBody>
      </p:sp>
      <p:sp>
        <p:nvSpPr>
          <p:cNvPr id="123" name="Tech valor 5">
            <a:extLst>
              <a:ext uri="{FF2B5EF4-FFF2-40B4-BE49-F238E27FC236}">
                <a16:creationId xmlns:a16="http://schemas.microsoft.com/office/drawing/2014/main" id="{F967A7A9-B709-2F0C-4638-73A25DD108FA}"/>
              </a:ext>
            </a:extLst>
          </p:cNvPr>
          <p:cNvSpPr txBox="1"/>
          <p:nvPr/>
        </p:nvSpPr>
        <p:spPr>
          <a:xfrm>
            <a:off x="7790688" y="424850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Git e GitHub</a:t>
            </a:r>
            <a:endParaRPr lang="en-US" sz="1600"/>
          </a:p>
        </p:txBody>
      </p:sp>
      <p:sp>
        <p:nvSpPr>
          <p:cNvPr id="124" name="Tech rótulo 5">
            <a:extLst>
              <a:ext uri="{FF2B5EF4-FFF2-40B4-BE49-F238E27FC236}">
                <a16:creationId xmlns:a16="http://schemas.microsoft.com/office/drawing/2014/main" id="{6D86CF64-727A-F847-4C70-2A67BD6250BB}"/>
              </a:ext>
            </a:extLst>
          </p:cNvPr>
          <p:cNvSpPr txBox="1"/>
          <p:nvPr/>
        </p:nvSpPr>
        <p:spPr>
          <a:xfrm>
            <a:off x="5870448" y="47036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/>
              <a:t>Apoio</a:t>
            </a:r>
            <a:endParaRPr lang="en-US" sz="1600" err="1"/>
          </a:p>
        </p:txBody>
      </p:sp>
      <p:sp>
        <p:nvSpPr>
          <p:cNvPr id="125" name="Tech valor 5">
            <a:extLst>
              <a:ext uri="{FF2B5EF4-FFF2-40B4-BE49-F238E27FC236}">
                <a16:creationId xmlns:a16="http://schemas.microsoft.com/office/drawing/2014/main" id="{9868DDC8-5685-D7E6-322F-5BB8316DEF8F}"/>
              </a:ext>
            </a:extLst>
          </p:cNvPr>
          <p:cNvSpPr txBox="1"/>
          <p:nvPr/>
        </p:nvSpPr>
        <p:spPr>
          <a:xfrm>
            <a:off x="7790688" y="4703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err="1">
                <a:solidFill>
                  <a:schemeClr val="tx2"/>
                </a:solidFill>
              </a:rPr>
              <a:t>Inteligência</a:t>
            </a:r>
            <a:r>
              <a:rPr lang="en-US" sz="1600">
                <a:solidFill>
                  <a:schemeClr val="tx2"/>
                </a:solidFill>
              </a:rPr>
              <a:t> artificial</a:t>
            </a:r>
            <a:endParaRPr lang="en-US" sz="1600"/>
          </a:p>
        </p:txBody>
      </p:sp>
      <p:pic>
        <p:nvPicPr>
          <p:cNvPr id="126" name="Picture 35" descr="Github Logo PNG Images Transparent Free Download">
            <a:extLst>
              <a:ext uri="{FF2B5EF4-FFF2-40B4-BE49-F238E27FC236}">
                <a16:creationId xmlns:a16="http://schemas.microsoft.com/office/drawing/2014/main" id="{7A742069-F72E-6A4D-67F7-F5C9E50CE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6886" y="4234760"/>
            <a:ext cx="780403" cy="438977"/>
          </a:xfrm>
          <a:prstGeom prst="rect">
            <a:avLst/>
          </a:prstGeom>
        </p:spPr>
      </p:pic>
      <p:pic>
        <p:nvPicPr>
          <p:cNvPr id="127" name="Imagem 126" descr="Figma Logo Square Outline Icon Figma App Editable Transparent Background  Premium Social Media Design for Digital Download. 65386863 PNG">
            <a:extLst>
              <a:ext uri="{FF2B5EF4-FFF2-40B4-BE49-F238E27FC236}">
                <a16:creationId xmlns:a16="http://schemas.microsoft.com/office/drawing/2014/main" id="{F4023026-D21B-AB3B-5525-7CECAE05F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6886" y="2564848"/>
            <a:ext cx="789174" cy="789174"/>
          </a:xfrm>
          <a:prstGeom prst="rect">
            <a:avLst/>
          </a:prstGeom>
        </p:spPr>
      </p:pic>
      <p:pic>
        <p:nvPicPr>
          <p:cNvPr id="128" name="Picture 36" descr="Mysql Logo Png">
            <a:extLst>
              <a:ext uri="{FF2B5EF4-FFF2-40B4-BE49-F238E27FC236}">
                <a16:creationId xmlns:a16="http://schemas.microsoft.com/office/drawing/2014/main" id="{7B4BF3F2-2EA6-088B-5EEA-EA1546DEA1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9573" y="3713815"/>
            <a:ext cx="475028" cy="475028"/>
          </a:xfrm>
          <a:prstGeom prst="rect">
            <a:avLst/>
          </a:prstGeom>
        </p:spPr>
      </p:pic>
      <p:pic>
        <p:nvPicPr>
          <p:cNvPr id="129" name="Imagem 128" descr="Atenção Icon PNGs para download gratuito">
            <a:extLst>
              <a:ext uri="{FF2B5EF4-FFF2-40B4-BE49-F238E27FC236}">
                <a16:creationId xmlns:a16="http://schemas.microsoft.com/office/drawing/2014/main" id="{FDD5FD58-7021-A4FE-ABF7-D2315CCEC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1016" y="5718331"/>
            <a:ext cx="669968" cy="669968"/>
          </a:xfrm>
          <a:prstGeom prst="rect">
            <a:avLst/>
          </a:prstGeom>
        </p:spPr>
      </p:pic>
      <p:pic>
        <p:nvPicPr>
          <p:cNvPr id="130" name="Picture 39" descr="Download HD Html Css Icon Png Transparent PNG Image - NicePNG.com">
            <a:extLst>
              <a:ext uri="{FF2B5EF4-FFF2-40B4-BE49-F238E27FC236}">
                <a16:creationId xmlns:a16="http://schemas.microsoft.com/office/drawing/2014/main" id="{6E60E19F-2507-AB12-E52C-4FDE4695CD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9539" y="1601218"/>
            <a:ext cx="1759212" cy="638463"/>
          </a:xfrm>
          <a:prstGeom prst="rect">
            <a:avLst/>
          </a:prstGeom>
        </p:spPr>
      </p:pic>
      <p:pic>
        <p:nvPicPr>
          <p:cNvPr id="131" name="Imagem 130" descr="PHP Logo PNG Vector (SVG) Free Download">
            <a:extLst>
              <a:ext uri="{FF2B5EF4-FFF2-40B4-BE49-F238E27FC236}">
                <a16:creationId xmlns:a16="http://schemas.microsoft.com/office/drawing/2014/main" id="{2F77A14A-404C-C436-A8FF-6DE002F012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9573" y="3247072"/>
            <a:ext cx="414069" cy="414069"/>
          </a:xfrm>
          <a:prstGeom prst="rect">
            <a:avLst/>
          </a:prstGeom>
        </p:spPr>
      </p:pic>
      <p:pic>
        <p:nvPicPr>
          <p:cNvPr id="132" name="Imagem 131" descr="Bootstrap logo thumbnail transparent PNG - StickPNG">
            <a:extLst>
              <a:ext uri="{FF2B5EF4-FFF2-40B4-BE49-F238E27FC236}">
                <a16:creationId xmlns:a16="http://schemas.microsoft.com/office/drawing/2014/main" id="{00A26F4E-4491-1117-D882-FC1C4354E1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95111" y="2182221"/>
            <a:ext cx="548587" cy="548587"/>
          </a:xfrm>
          <a:prstGeom prst="rect">
            <a:avLst/>
          </a:prstGeom>
        </p:spPr>
      </p:pic>
      <p:sp>
        <p:nvSpPr>
          <p:cNvPr id="134" name="CaixaDeTexto 133">
            <a:extLst>
              <a:ext uri="{FF2B5EF4-FFF2-40B4-BE49-F238E27FC236}">
                <a16:creationId xmlns:a16="http://schemas.microsoft.com/office/drawing/2014/main" id="{92440255-19B0-A3D3-ED19-838A0929A129}"/>
              </a:ext>
            </a:extLst>
          </p:cNvPr>
          <p:cNvSpPr txBox="1"/>
          <p:nvPr/>
        </p:nvSpPr>
        <p:spPr>
          <a:xfrm>
            <a:off x="6488871" y="5736841"/>
            <a:ext cx="4206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Ao </a:t>
            </a:r>
            <a:r>
              <a:rPr lang="en-US" sz="1600" b="1" dirty="0" err="1"/>
              <a:t>longo</a:t>
            </a:r>
            <a:r>
              <a:rPr lang="en-US" sz="1600" b="1" dirty="0"/>
              <a:t> do </a:t>
            </a:r>
            <a:r>
              <a:rPr lang="en-US" sz="1600" b="1" dirty="0" err="1"/>
              <a:t>projeto</a:t>
            </a:r>
            <a:r>
              <a:rPr lang="en-US" sz="1600" b="1" dirty="0"/>
              <a:t> </a:t>
            </a:r>
            <a:r>
              <a:rPr lang="en-US" sz="1600" b="1" dirty="0" err="1"/>
              <a:t>outras</a:t>
            </a:r>
            <a:r>
              <a:rPr lang="en-US" sz="1600" b="1" dirty="0"/>
              <a:t> </a:t>
            </a:r>
            <a:r>
              <a:rPr lang="en-US" sz="1600" b="1" dirty="0" err="1"/>
              <a:t>tecnologias</a:t>
            </a:r>
            <a:r>
              <a:rPr lang="en-US" sz="1600" b="1" dirty="0"/>
              <a:t> </a:t>
            </a:r>
            <a:r>
              <a:rPr lang="en-US" sz="1600" b="1" dirty="0" err="1"/>
              <a:t>serão</a:t>
            </a:r>
            <a:r>
              <a:rPr lang="en-US" sz="1600" b="1" dirty="0"/>
              <a:t> </a:t>
            </a:r>
            <a:r>
              <a:rPr lang="en-US" sz="1600" b="1" dirty="0" err="1"/>
              <a:t>utilizadas</a:t>
            </a:r>
            <a:r>
              <a:rPr lang="en-US" sz="1600" b="1" dirty="0"/>
              <a:t>.</a:t>
            </a:r>
            <a:endParaRPr lang="en-US" sz="1600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pt-PT"/>
              <a:t>Wireframes: entrada na app</a:t>
            </a:r>
          </a:p>
        </p:txBody>
      </p:sp>
      <p:sp>
        <p:nvSpPr>
          <p:cNvPr id="3" name="Cartão ecrãs"/>
          <p:cNvSpPr/>
          <p:nvPr/>
        </p:nvSpPr>
        <p:spPr>
          <a:xfrm>
            <a:off x="548640" y="1600200"/>
            <a:ext cx="4017623" cy="43434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úmero 1 círculo"/>
          <p:cNvSpPr/>
          <p:nvPr/>
        </p:nvSpPr>
        <p:spPr>
          <a:xfrm>
            <a:off x="822960" y="1874519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Título ecrã 1"/>
          <p:cNvSpPr txBox="1"/>
          <p:nvPr/>
        </p:nvSpPr>
        <p:spPr>
          <a:xfrm>
            <a:off x="1508760" y="1874519"/>
            <a:ext cx="27374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800" b="1">
                <a:solidFill>
                  <a:schemeClr val="tx1"/>
                </a:solidFill>
              </a:rPr>
              <a:t>Login</a:t>
            </a:r>
          </a:p>
        </p:txBody>
      </p:sp>
      <p:sp>
        <p:nvSpPr>
          <p:cNvPr id="6" name="Texto ecrã 1"/>
          <p:cNvSpPr txBox="1"/>
          <p:nvPr/>
        </p:nvSpPr>
        <p:spPr>
          <a:xfrm>
            <a:off x="1508760" y="2441448"/>
            <a:ext cx="27374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>
                <a:solidFill>
                  <a:schemeClr val="tx2"/>
                </a:solidFill>
              </a:rPr>
              <a:t>Email e palavra-passe, com acesso a “Esqueci-me da palavra-passe” e a “Criar conta”.</a:t>
            </a:r>
          </a:p>
        </p:txBody>
      </p:sp>
      <p:sp>
        <p:nvSpPr>
          <p:cNvPr id="7" name="Número 2 círculo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Título ecrã 2"/>
          <p:cNvSpPr txBox="1"/>
          <p:nvPr/>
        </p:nvSpPr>
        <p:spPr>
          <a:xfrm>
            <a:off x="1508760" y="3246120"/>
            <a:ext cx="27374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800" b="1">
                <a:solidFill>
                  <a:schemeClr val="tx1"/>
                </a:solidFill>
              </a:rPr>
              <a:t>Criar conta</a:t>
            </a:r>
          </a:p>
        </p:txBody>
      </p:sp>
      <p:sp>
        <p:nvSpPr>
          <p:cNvPr id="9" name="Texto ecrã 2"/>
          <p:cNvSpPr txBox="1"/>
          <p:nvPr/>
        </p:nvSpPr>
        <p:spPr>
          <a:xfrm>
            <a:off x="1508760" y="3813048"/>
            <a:ext cx="27374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>
                <a:solidFill>
                  <a:schemeClr val="tx2"/>
                </a:solidFill>
              </a:rPr>
              <a:t>Nome, email, palavra-passe e código da empresa (opcional).</a:t>
            </a:r>
          </a:p>
        </p:txBody>
      </p:sp>
      <p:sp>
        <p:nvSpPr>
          <p:cNvPr id="10" name="Número 3 círculo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1" name="Título ecrã 3"/>
          <p:cNvSpPr txBox="1"/>
          <p:nvPr/>
        </p:nvSpPr>
        <p:spPr>
          <a:xfrm>
            <a:off x="1508760" y="4617720"/>
            <a:ext cx="27374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800" b="1">
                <a:solidFill>
                  <a:schemeClr val="tx1"/>
                </a:solidFill>
              </a:rPr>
              <a:t>Recuperar palavra-passe</a:t>
            </a:r>
          </a:p>
        </p:txBody>
      </p:sp>
      <p:sp>
        <p:nvSpPr>
          <p:cNvPr id="12" name="Texto ecrã 3"/>
          <p:cNvSpPr txBox="1"/>
          <p:nvPr/>
        </p:nvSpPr>
        <p:spPr>
          <a:xfrm>
            <a:off x="1508760" y="5184648"/>
            <a:ext cx="27374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>
                <a:solidFill>
                  <a:schemeClr val="tx2"/>
                </a:solidFill>
              </a:rPr>
              <a:t>Envia um link para o email e mostra o aviso “Link enviado”.</a:t>
            </a:r>
          </a:p>
        </p:txBody>
      </p:sp>
      <p:pic>
        <p:nvPicPr>
          <p:cNvPr id="13" name="Wireframe 1" descr="Wireframe do ecrã de log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03" y="1600200"/>
            <a:ext cx="2007496" cy="4343400"/>
          </a:xfrm>
          <a:prstGeom prst="roundRect">
            <a:avLst>
              <a:gd name="adj" fmla="val 6000"/>
            </a:avLst>
          </a:prstGeom>
          <a:ln w="12700">
            <a:solidFill>
              <a:srgbClr val="D5DCEB"/>
            </a:solidFill>
          </a:ln>
        </p:spPr>
      </p:pic>
      <p:sp>
        <p:nvSpPr>
          <p:cNvPr id="14" name="Badge 1"/>
          <p:cNvSpPr/>
          <p:nvPr/>
        </p:nvSpPr>
        <p:spPr>
          <a:xfrm>
            <a:off x="6601191" y="1472184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400" b="1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15" name="Wireframe 2" descr="Wireframe do ecrã de criar con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559" y="1600200"/>
            <a:ext cx="2007496" cy="4343400"/>
          </a:xfrm>
          <a:prstGeom prst="roundRect">
            <a:avLst>
              <a:gd name="adj" fmla="val 6000"/>
            </a:avLst>
          </a:prstGeom>
          <a:ln w="12700">
            <a:solidFill>
              <a:srgbClr val="D5DCEB"/>
            </a:solidFill>
          </a:ln>
        </p:spPr>
      </p:pic>
      <p:sp>
        <p:nvSpPr>
          <p:cNvPr id="16" name="Badge 2"/>
          <p:cNvSpPr/>
          <p:nvPr/>
        </p:nvSpPr>
        <p:spPr>
          <a:xfrm>
            <a:off x="8974447" y="1472184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400" b="1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17" name="Wireframe 3" descr="Wireframe do ecrã de recuperar palavra-pas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2815" y="1600200"/>
            <a:ext cx="2007496" cy="4343400"/>
          </a:xfrm>
          <a:prstGeom prst="roundRect">
            <a:avLst>
              <a:gd name="adj" fmla="val 6000"/>
            </a:avLst>
          </a:prstGeom>
          <a:ln w="12700">
            <a:solidFill>
              <a:srgbClr val="D5DCEB"/>
            </a:solidFill>
          </a:ln>
        </p:spPr>
      </p:pic>
      <p:sp>
        <p:nvSpPr>
          <p:cNvPr id="18" name="Badge 3"/>
          <p:cNvSpPr/>
          <p:nvPr/>
        </p:nvSpPr>
        <p:spPr>
          <a:xfrm>
            <a:off x="11347704" y="1472184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57AA4F0-2C94-E7DF-B208-70107A32C92F}"/>
              </a:ext>
            </a:extLst>
          </p:cNvPr>
          <p:cNvSpPr txBox="1"/>
          <p:nvPr/>
        </p:nvSpPr>
        <p:spPr>
          <a:xfrm>
            <a:off x="133228" y="6263640"/>
            <a:ext cx="11922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Link do protótipo:  </a:t>
            </a:r>
            <a:r>
              <a:rPr lang="pt-PT" dirty="0">
                <a:hlinkClick r:id="rId6"/>
              </a:rPr>
              <a:t>https://www.figma.com/proto/6wbQJynn2mlJGfsdeKLS4j/RapidSpot?node-id=0-1&amp;t=JdR7FiKZ6P0XRHQ1-1</a:t>
            </a:r>
            <a:endParaRPr lang="pt-PT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pt-PT"/>
              <a:t>Acessibilidade e responsividade</a:t>
            </a:r>
          </a:p>
        </p:txBody>
      </p:sp>
      <p:sp>
        <p:nvSpPr>
          <p:cNvPr id="3" name="Cartão Contraste"/>
          <p:cNvSpPr/>
          <p:nvPr/>
        </p:nvSpPr>
        <p:spPr>
          <a:xfrm>
            <a:off x="548640" y="1508760"/>
            <a:ext cx="3511296" cy="2286000"/>
          </a:xfrm>
          <a:prstGeom prst="roundRect">
            <a:avLst>
              <a:gd name="adj" fmla="val 58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raste círculo"/>
          <p:cNvSpPr/>
          <p:nvPr/>
        </p:nvSpPr>
        <p:spPr>
          <a:xfrm>
            <a:off x="822959" y="1764792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ontraste ícone" descr="Contras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19" y="1901952"/>
            <a:ext cx="274320" cy="274320"/>
          </a:xfrm>
          <a:prstGeom prst="rect">
            <a:avLst/>
          </a:prstGeom>
        </p:spPr>
      </p:pic>
      <p:sp>
        <p:nvSpPr>
          <p:cNvPr id="6" name="Título Contraste"/>
          <p:cNvSpPr txBox="1"/>
          <p:nvPr/>
        </p:nvSpPr>
        <p:spPr>
          <a:xfrm>
            <a:off x="1554480" y="1764792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800" b="1">
                <a:solidFill>
                  <a:schemeClr val="tx1"/>
                </a:solidFill>
              </a:rPr>
              <a:t>Contraste</a:t>
            </a:r>
          </a:p>
        </p:txBody>
      </p:sp>
      <p:sp>
        <p:nvSpPr>
          <p:cNvPr id="7" name="Texto Contraste"/>
          <p:cNvSpPr txBox="1"/>
          <p:nvPr/>
        </p:nvSpPr>
        <p:spPr>
          <a:xfrm>
            <a:off x="822959" y="2514600"/>
            <a:ext cx="296265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>
                <a:solidFill>
                  <a:schemeClr val="tx2"/>
                </a:solidFill>
              </a:rPr>
              <a:t>Títulos em azul escuro, com contraste de 12,1 sobre o fundo. Textos em cinza, com contraste de 4,8.</a:t>
            </a:r>
          </a:p>
        </p:txBody>
      </p:sp>
      <p:sp>
        <p:nvSpPr>
          <p:cNvPr id="8" name="Cartão Letra"/>
          <p:cNvSpPr/>
          <p:nvPr/>
        </p:nvSpPr>
        <p:spPr>
          <a:xfrm>
            <a:off x="4338827" y="1508760"/>
            <a:ext cx="3511296" cy="2286000"/>
          </a:xfrm>
          <a:prstGeom prst="roundRect">
            <a:avLst>
              <a:gd name="adj" fmla="val 58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etra círculo"/>
          <p:cNvSpPr/>
          <p:nvPr/>
        </p:nvSpPr>
        <p:spPr>
          <a:xfrm>
            <a:off x="4613147" y="1764792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Letra ícone" descr="Letr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07" y="1901952"/>
            <a:ext cx="274320" cy="274320"/>
          </a:xfrm>
          <a:prstGeom prst="rect">
            <a:avLst/>
          </a:prstGeom>
        </p:spPr>
      </p:pic>
      <p:sp>
        <p:nvSpPr>
          <p:cNvPr id="11" name="Título Letra"/>
          <p:cNvSpPr txBox="1"/>
          <p:nvPr/>
        </p:nvSpPr>
        <p:spPr>
          <a:xfrm>
            <a:off x="5344667" y="1764792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800" b="1">
                <a:solidFill>
                  <a:schemeClr val="tx1"/>
                </a:solidFill>
              </a:rPr>
              <a:t>Letra</a:t>
            </a:r>
          </a:p>
        </p:txBody>
      </p:sp>
      <p:sp>
        <p:nvSpPr>
          <p:cNvPr id="12" name="Texto Letra"/>
          <p:cNvSpPr txBox="1"/>
          <p:nvPr/>
        </p:nvSpPr>
        <p:spPr>
          <a:xfrm>
            <a:off x="4613147" y="2514600"/>
            <a:ext cx="296265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>
                <a:solidFill>
                  <a:schemeClr val="tx2"/>
                </a:solidFill>
              </a:rPr>
              <a:t>Fonte Lato, com alguns textos em negrito. 30 px nos títulos e 24 px e 16 px nos textos do corpo.</a:t>
            </a:r>
          </a:p>
        </p:txBody>
      </p:sp>
      <p:sp>
        <p:nvSpPr>
          <p:cNvPr id="13" name="Cartão Botões e toque"/>
          <p:cNvSpPr/>
          <p:nvPr/>
        </p:nvSpPr>
        <p:spPr>
          <a:xfrm>
            <a:off x="8129015" y="1508760"/>
            <a:ext cx="3511296" cy="2286000"/>
          </a:xfrm>
          <a:prstGeom prst="roundRect">
            <a:avLst>
              <a:gd name="adj" fmla="val 58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tões e toque círculo"/>
          <p:cNvSpPr/>
          <p:nvPr/>
        </p:nvSpPr>
        <p:spPr>
          <a:xfrm>
            <a:off x="8403336" y="1764792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Botões e toque ícone" descr="Botões e toqu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1901952"/>
            <a:ext cx="274320" cy="274320"/>
          </a:xfrm>
          <a:prstGeom prst="rect">
            <a:avLst/>
          </a:prstGeom>
        </p:spPr>
      </p:pic>
      <p:sp>
        <p:nvSpPr>
          <p:cNvPr id="16" name="Título Botões e toque"/>
          <p:cNvSpPr txBox="1"/>
          <p:nvPr/>
        </p:nvSpPr>
        <p:spPr>
          <a:xfrm>
            <a:off x="9134855" y="1764792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800" b="1">
                <a:solidFill>
                  <a:schemeClr val="tx1"/>
                </a:solidFill>
              </a:rPr>
              <a:t>Botões e toque</a:t>
            </a:r>
          </a:p>
        </p:txBody>
      </p:sp>
      <p:sp>
        <p:nvSpPr>
          <p:cNvPr id="17" name="Texto Botões e toque"/>
          <p:cNvSpPr txBox="1"/>
          <p:nvPr/>
        </p:nvSpPr>
        <p:spPr>
          <a:xfrm>
            <a:off x="8403336" y="2514600"/>
            <a:ext cx="296265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>
                <a:solidFill>
                  <a:schemeClr val="tx2"/>
                </a:solidFill>
              </a:rPr>
              <a:t>Botões principais entre 52 e 60 px, com espaçamento de 8 px a 24 px entre elementos.</a:t>
            </a:r>
          </a:p>
        </p:txBody>
      </p:sp>
      <p:sp>
        <p:nvSpPr>
          <p:cNvPr id="18" name="Cartão Cor e sinais"/>
          <p:cNvSpPr/>
          <p:nvPr/>
        </p:nvSpPr>
        <p:spPr>
          <a:xfrm>
            <a:off x="548640" y="3977639"/>
            <a:ext cx="3511296" cy="2286000"/>
          </a:xfrm>
          <a:prstGeom prst="roundRect">
            <a:avLst>
              <a:gd name="adj" fmla="val 58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or e sinais círculo"/>
          <p:cNvSpPr/>
          <p:nvPr/>
        </p:nvSpPr>
        <p:spPr>
          <a:xfrm>
            <a:off x="822959" y="4233672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Cor e sinais ícone" descr="Cor e sinai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19" y="4370832"/>
            <a:ext cx="274320" cy="274320"/>
          </a:xfrm>
          <a:prstGeom prst="rect">
            <a:avLst/>
          </a:prstGeom>
        </p:spPr>
      </p:pic>
      <p:sp>
        <p:nvSpPr>
          <p:cNvPr id="21" name="Título Cor e sinais"/>
          <p:cNvSpPr txBox="1"/>
          <p:nvPr/>
        </p:nvSpPr>
        <p:spPr>
          <a:xfrm>
            <a:off x="1554480" y="4233672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800" b="1">
                <a:solidFill>
                  <a:schemeClr val="tx1"/>
                </a:solidFill>
              </a:rPr>
              <a:t>Cor e sinais</a:t>
            </a:r>
          </a:p>
        </p:txBody>
      </p:sp>
      <p:sp>
        <p:nvSpPr>
          <p:cNvPr id="22" name="Texto Cor e sinais"/>
          <p:cNvSpPr txBox="1"/>
          <p:nvPr/>
        </p:nvSpPr>
        <p:spPr>
          <a:xfrm>
            <a:off x="822959" y="4983479"/>
            <a:ext cx="296265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>
                <a:solidFill>
                  <a:schemeClr val="tx2"/>
                </a:solidFill>
              </a:rPr>
              <a:t>Fundo cinza claro (#EEF1F9). Azul escuro (#102C5B) e amarelo nos botões. “Voltar” e palavra-passe a azul, campo cheio a vermelho.</a:t>
            </a:r>
          </a:p>
        </p:txBody>
      </p:sp>
      <p:sp>
        <p:nvSpPr>
          <p:cNvPr id="23" name="Cartão Teclado e leitura"/>
          <p:cNvSpPr/>
          <p:nvPr/>
        </p:nvSpPr>
        <p:spPr>
          <a:xfrm>
            <a:off x="4338827" y="3977639"/>
            <a:ext cx="3511296" cy="2286000"/>
          </a:xfrm>
          <a:prstGeom prst="roundRect">
            <a:avLst>
              <a:gd name="adj" fmla="val 58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clado e leitura círculo"/>
          <p:cNvSpPr/>
          <p:nvPr/>
        </p:nvSpPr>
        <p:spPr>
          <a:xfrm>
            <a:off x="4613147" y="4233672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Teclado e leitura ícone" descr="Teclado e leitur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307" y="4370832"/>
            <a:ext cx="274320" cy="274320"/>
          </a:xfrm>
          <a:prstGeom prst="rect">
            <a:avLst/>
          </a:prstGeom>
        </p:spPr>
      </p:pic>
      <p:sp>
        <p:nvSpPr>
          <p:cNvPr id="26" name="Título Teclado e leitura"/>
          <p:cNvSpPr txBox="1"/>
          <p:nvPr/>
        </p:nvSpPr>
        <p:spPr>
          <a:xfrm>
            <a:off x="5344667" y="4233672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800" b="1">
                <a:solidFill>
                  <a:schemeClr val="tx1"/>
                </a:solidFill>
              </a:rPr>
              <a:t>Teclado e leitura</a:t>
            </a:r>
          </a:p>
        </p:txBody>
      </p:sp>
      <p:sp>
        <p:nvSpPr>
          <p:cNvPr id="27" name="Texto Teclado e leitura"/>
          <p:cNvSpPr txBox="1"/>
          <p:nvPr/>
        </p:nvSpPr>
        <p:spPr>
          <a:xfrm>
            <a:off x="4613147" y="4983479"/>
            <a:ext cx="296265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>
                <a:solidFill>
                  <a:schemeClr val="tx2"/>
                </a:solidFill>
              </a:rPr>
              <a:t>A navegação por teclado não é testada no protótipo do Figma. Cada campo tem o nome visível.</a:t>
            </a:r>
          </a:p>
        </p:txBody>
      </p:sp>
      <p:sp>
        <p:nvSpPr>
          <p:cNvPr id="28" name="Cartão Ecrãs"/>
          <p:cNvSpPr/>
          <p:nvPr/>
        </p:nvSpPr>
        <p:spPr>
          <a:xfrm>
            <a:off x="8129015" y="3977639"/>
            <a:ext cx="3511296" cy="2286000"/>
          </a:xfrm>
          <a:prstGeom prst="roundRect">
            <a:avLst>
              <a:gd name="adj" fmla="val 58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Ecrãs círculo"/>
          <p:cNvSpPr/>
          <p:nvPr/>
        </p:nvSpPr>
        <p:spPr>
          <a:xfrm>
            <a:off x="8403336" y="4233672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Ecrãs ícone" descr="Ecrã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496" y="4370832"/>
            <a:ext cx="274320" cy="274320"/>
          </a:xfrm>
          <a:prstGeom prst="rect">
            <a:avLst/>
          </a:prstGeom>
        </p:spPr>
      </p:pic>
      <p:sp>
        <p:nvSpPr>
          <p:cNvPr id="31" name="Título Ecrãs"/>
          <p:cNvSpPr txBox="1"/>
          <p:nvPr/>
        </p:nvSpPr>
        <p:spPr>
          <a:xfrm>
            <a:off x="9134855" y="4233672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800" b="1">
                <a:solidFill>
                  <a:schemeClr val="tx1"/>
                </a:solidFill>
              </a:rPr>
              <a:t>Ecrãs</a:t>
            </a:r>
          </a:p>
        </p:txBody>
      </p:sp>
      <p:sp>
        <p:nvSpPr>
          <p:cNvPr id="32" name="Texto Ecrãs"/>
          <p:cNvSpPr txBox="1"/>
          <p:nvPr/>
        </p:nvSpPr>
        <p:spPr>
          <a:xfrm>
            <a:off x="8403336" y="4983479"/>
            <a:ext cx="296265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>
                <a:solidFill>
                  <a:schemeClr val="tx2"/>
                </a:solidFill>
              </a:rPr>
              <a:t>390 px para o telemóvel (perfil do condutor) e 1440 px para o PC (perfil do administrador).</a:t>
            </a:r>
          </a:p>
        </p:txBody>
      </p:sp>
      <p:sp>
        <p:nvSpPr>
          <p:cNvPr id="33" name="Amostra cinza claro"/>
          <p:cNvSpPr/>
          <p:nvPr/>
        </p:nvSpPr>
        <p:spPr>
          <a:xfrm>
            <a:off x="822959" y="5916168"/>
            <a:ext cx="237744" cy="237744"/>
          </a:xfrm>
          <a:prstGeom prst="ellipse">
            <a:avLst/>
          </a:prstGeom>
          <a:solidFill>
            <a:srgbClr val="EEF1F9"/>
          </a:solidFill>
          <a:ln w="12700">
            <a:solidFill>
              <a:srgbClr val="D5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Amostra azul escuro"/>
          <p:cNvSpPr/>
          <p:nvPr/>
        </p:nvSpPr>
        <p:spPr>
          <a:xfrm>
            <a:off x="1170431" y="5916168"/>
            <a:ext cx="237744" cy="237744"/>
          </a:xfrm>
          <a:prstGeom prst="ellipse">
            <a:avLst/>
          </a:prstGeom>
          <a:solidFill>
            <a:srgbClr val="102C5B"/>
          </a:solidFill>
          <a:ln w="12700">
            <a:solidFill>
              <a:srgbClr val="D5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Amostra amarelo"/>
          <p:cNvSpPr/>
          <p:nvPr/>
        </p:nvSpPr>
        <p:spPr>
          <a:xfrm>
            <a:off x="1517904" y="5916168"/>
            <a:ext cx="237744" cy="237744"/>
          </a:xfrm>
          <a:prstGeom prst="ellipse">
            <a:avLst/>
          </a:prstGeom>
          <a:solidFill>
            <a:srgbClr val="F7B500"/>
          </a:solidFill>
          <a:ln w="12700">
            <a:solidFill>
              <a:srgbClr val="D5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pt-PT"/>
              <a:t>Mapa de navegação: condutor</a:t>
            </a:r>
          </a:p>
        </p:txBody>
      </p:sp>
      <p:sp>
        <p:nvSpPr>
          <p:cNvPr id="3" name="Painel mapa condutor"/>
          <p:cNvSpPr/>
          <p:nvPr/>
        </p:nvSpPr>
        <p:spPr>
          <a:xfrm>
            <a:off x="548640" y="1371600"/>
            <a:ext cx="11091672" cy="498348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luna Entrada"/>
          <p:cNvSpPr txBox="1"/>
          <p:nvPr/>
        </p:nvSpPr>
        <p:spPr>
          <a:xfrm>
            <a:off x="611047" y="16276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200" b="1">
                <a:solidFill>
                  <a:schemeClr val="tx2"/>
                </a:solidFill>
              </a:rPr>
              <a:t>ENTRADA</a:t>
            </a:r>
          </a:p>
        </p:txBody>
      </p:sp>
      <p:sp>
        <p:nvSpPr>
          <p:cNvPr id="5" name="Coluna Página Inicial"/>
          <p:cNvSpPr txBox="1"/>
          <p:nvPr/>
        </p:nvSpPr>
        <p:spPr>
          <a:xfrm>
            <a:off x="2465451" y="16276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200" b="1">
                <a:solidFill>
                  <a:schemeClr val="tx2"/>
                </a:solidFill>
              </a:rPr>
              <a:t>PÁGINA INICIAL</a:t>
            </a:r>
          </a:p>
        </p:txBody>
      </p:sp>
      <p:sp>
        <p:nvSpPr>
          <p:cNvPr id="6" name="Coluna Perfis"/>
          <p:cNvSpPr txBox="1"/>
          <p:nvPr/>
        </p:nvSpPr>
        <p:spPr>
          <a:xfrm>
            <a:off x="4319854" y="16276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200" b="1">
                <a:solidFill>
                  <a:schemeClr val="tx2"/>
                </a:solidFill>
              </a:rPr>
              <a:t>PERFIS</a:t>
            </a:r>
          </a:p>
        </p:txBody>
      </p:sp>
      <p:sp>
        <p:nvSpPr>
          <p:cNvPr id="7" name="Coluna Detalhes"/>
          <p:cNvSpPr txBox="1"/>
          <p:nvPr/>
        </p:nvSpPr>
        <p:spPr>
          <a:xfrm>
            <a:off x="6174257" y="16276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200" b="1">
                <a:solidFill>
                  <a:schemeClr val="tx2"/>
                </a:solidFill>
              </a:rPr>
              <a:t>DETALHES</a:t>
            </a:r>
          </a:p>
        </p:txBody>
      </p:sp>
      <p:sp>
        <p:nvSpPr>
          <p:cNvPr id="8" name="Coluna Ação"/>
          <p:cNvSpPr txBox="1"/>
          <p:nvPr/>
        </p:nvSpPr>
        <p:spPr>
          <a:xfrm>
            <a:off x="8028660" y="16276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200" b="1">
                <a:solidFill>
                  <a:schemeClr val="tx2"/>
                </a:solidFill>
              </a:rPr>
              <a:t>AÇÃO</a:t>
            </a:r>
          </a:p>
        </p:txBody>
      </p:sp>
      <p:cxnSp>
        <p:nvCxnSpPr>
          <p:cNvPr id="9" name="Seta Início de sessão → Criar conta"/>
          <p:cNvCxnSpPr/>
          <p:nvPr/>
        </p:nvCxnSpPr>
        <p:spPr>
          <a:xfrm flipV="1">
            <a:off x="1434007" y="2717962"/>
            <a:ext cx="0" cy="220919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eta Início de sessão → Recuperar palavra-passe"/>
          <p:cNvCxnSpPr/>
          <p:nvPr/>
        </p:nvCxnSpPr>
        <p:spPr>
          <a:xfrm>
            <a:off x="1434007" y="3542385"/>
            <a:ext cx="0" cy="220919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eta Recuperar → Link enviado"/>
          <p:cNvCxnSpPr/>
          <p:nvPr/>
        </p:nvCxnSpPr>
        <p:spPr>
          <a:xfrm>
            <a:off x="1434007" y="4366808"/>
            <a:ext cx="0" cy="220919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eta Início de sessão → Início"/>
          <p:cNvCxnSpPr/>
          <p:nvPr/>
        </p:nvCxnSpPr>
        <p:spPr>
          <a:xfrm>
            <a:off x="2128951" y="3240633"/>
            <a:ext cx="464515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eta Início → Estacionamento cheio"/>
          <p:cNvCxnSpPr/>
          <p:nvPr/>
        </p:nvCxnSpPr>
        <p:spPr>
          <a:xfrm flipV="1">
            <a:off x="3288411" y="2717962"/>
            <a:ext cx="0" cy="156911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eta Início → Perfil"/>
          <p:cNvSpPr/>
          <p:nvPr/>
        </p:nvSpPr>
        <p:spPr>
          <a:xfrm>
            <a:off x="3983355" y="2416210"/>
            <a:ext cx="464515" cy="824423"/>
          </a:xfrm>
          <a:custGeom>
            <a:avLst/>
            <a:gdLst/>
            <a:ahLst/>
            <a:cxnLst/>
            <a:rect l="l" t="t" r="r" b="b"/>
            <a:pathLst>
              <a:path w="464515" h="824423">
                <a:moveTo>
                  <a:pt x="0" y="824423"/>
                </a:moveTo>
                <a:lnTo>
                  <a:pt x="232257" y="824423"/>
                </a:lnTo>
                <a:lnTo>
                  <a:pt x="232257" y="0"/>
                </a:lnTo>
                <a:lnTo>
                  <a:pt x="464515" y="0"/>
                </a:lnTo>
              </a:path>
            </a:pathLst>
          </a:custGeom>
          <a:noFill/>
          <a:ln w="22225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eta Início → Pedir código"/>
          <p:cNvSpPr/>
          <p:nvPr/>
        </p:nvSpPr>
        <p:spPr>
          <a:xfrm>
            <a:off x="3983355" y="3240633"/>
            <a:ext cx="464515" cy="824423"/>
          </a:xfrm>
          <a:custGeom>
            <a:avLst/>
            <a:gdLst/>
            <a:ahLst/>
            <a:cxnLst/>
            <a:rect l="l" t="t" r="r" b="b"/>
            <a:pathLst>
              <a:path w="464515" h="824423">
                <a:moveTo>
                  <a:pt x="0" y="0"/>
                </a:moveTo>
                <a:lnTo>
                  <a:pt x="232257" y="0"/>
                </a:lnTo>
                <a:lnTo>
                  <a:pt x="232257" y="824423"/>
                </a:lnTo>
                <a:lnTo>
                  <a:pt x="464515" y="824423"/>
                </a:lnTo>
              </a:path>
            </a:pathLst>
          </a:custGeom>
          <a:noFill/>
          <a:ln w="22225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Seta Início → QR code e senha"/>
          <p:cNvCxnSpPr/>
          <p:nvPr/>
        </p:nvCxnSpPr>
        <p:spPr>
          <a:xfrm>
            <a:off x="3983355" y="3240633"/>
            <a:ext cx="2318918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eta QR code → Entrada expirada"/>
          <p:cNvCxnSpPr/>
          <p:nvPr/>
        </p:nvCxnSpPr>
        <p:spPr>
          <a:xfrm flipV="1">
            <a:off x="6997217" y="2717962"/>
            <a:ext cx="0" cy="220919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eta QR code → Minha vaga"/>
          <p:cNvCxnSpPr/>
          <p:nvPr/>
        </p:nvCxnSpPr>
        <p:spPr>
          <a:xfrm>
            <a:off x="6997217" y="3542385"/>
            <a:ext cx="0" cy="220919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eta Minha vaga → Escolher outra vaga"/>
          <p:cNvSpPr/>
          <p:nvPr/>
        </p:nvSpPr>
        <p:spPr>
          <a:xfrm>
            <a:off x="7692161" y="3240633"/>
            <a:ext cx="464515" cy="687263"/>
          </a:xfrm>
          <a:custGeom>
            <a:avLst/>
            <a:gdLst/>
            <a:ahLst/>
            <a:cxnLst/>
            <a:rect l="l" t="t" r="r" b="b"/>
            <a:pathLst>
              <a:path w="464515" h="687263">
                <a:moveTo>
                  <a:pt x="0" y="687263"/>
                </a:moveTo>
                <a:lnTo>
                  <a:pt x="201168" y="687263"/>
                </a:lnTo>
                <a:lnTo>
                  <a:pt x="201168" y="0"/>
                </a:lnTo>
                <a:lnTo>
                  <a:pt x="464515" y="0"/>
                </a:lnTo>
              </a:path>
            </a:pathLst>
          </a:custGeom>
          <a:noFill/>
          <a:ln w="22225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Seta Escolher outra → Vaga já ocupada"/>
          <p:cNvCxnSpPr/>
          <p:nvPr/>
        </p:nvCxnSpPr>
        <p:spPr>
          <a:xfrm flipV="1">
            <a:off x="8851620" y="2717962"/>
            <a:ext cx="0" cy="220919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eta Minha vaga → Pedir outra vaga"/>
          <p:cNvSpPr/>
          <p:nvPr/>
        </p:nvSpPr>
        <p:spPr>
          <a:xfrm>
            <a:off x="7692161" y="3542385"/>
            <a:ext cx="2782062" cy="522671"/>
          </a:xfrm>
          <a:custGeom>
            <a:avLst/>
            <a:gdLst/>
            <a:ahLst/>
            <a:cxnLst/>
            <a:rect l="l" t="t" r="r" b="b"/>
            <a:pathLst>
              <a:path w="2782062" h="522671">
                <a:moveTo>
                  <a:pt x="0" y="522671"/>
                </a:moveTo>
                <a:lnTo>
                  <a:pt x="2782062" y="522671"/>
                </a:lnTo>
                <a:lnTo>
                  <a:pt x="2782062" y="0"/>
                </a:lnTo>
              </a:path>
            </a:pathLst>
          </a:custGeom>
          <a:noFill/>
          <a:ln w="22225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eta Minha vaga → Confirmar vaga"/>
          <p:cNvSpPr/>
          <p:nvPr/>
        </p:nvSpPr>
        <p:spPr>
          <a:xfrm>
            <a:off x="7692161" y="4202216"/>
            <a:ext cx="2396185" cy="275052"/>
          </a:xfrm>
          <a:custGeom>
            <a:avLst/>
            <a:gdLst/>
            <a:ahLst/>
            <a:cxnLst/>
            <a:rect l="l" t="t" r="r" b="b"/>
            <a:pathLst>
              <a:path w="2396185" h="275052">
                <a:moveTo>
                  <a:pt x="0" y="0"/>
                </a:moveTo>
                <a:lnTo>
                  <a:pt x="2121865" y="0"/>
                </a:lnTo>
                <a:lnTo>
                  <a:pt x="2121865" y="275052"/>
                </a:lnTo>
                <a:lnTo>
                  <a:pt x="2396185" y="275052"/>
                </a:lnTo>
              </a:path>
            </a:pathLst>
          </a:custGeom>
          <a:noFill/>
          <a:ln w="22225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Seta Minha vaga → Saída"/>
          <p:cNvCxnSpPr/>
          <p:nvPr/>
        </p:nvCxnSpPr>
        <p:spPr>
          <a:xfrm>
            <a:off x="6997217" y="4366808"/>
            <a:ext cx="0" cy="220919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eta Confirmar vaga → Saída"/>
          <p:cNvCxnSpPr/>
          <p:nvPr/>
        </p:nvCxnSpPr>
        <p:spPr>
          <a:xfrm flipH="1">
            <a:off x="7692161" y="4660879"/>
            <a:ext cx="2396185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eta Saída → Saída concluída"/>
          <p:cNvCxnSpPr/>
          <p:nvPr/>
        </p:nvCxnSpPr>
        <p:spPr>
          <a:xfrm>
            <a:off x="7692161" y="5072359"/>
            <a:ext cx="619049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eta Saída concluída → Início"/>
          <p:cNvSpPr/>
          <p:nvPr/>
        </p:nvSpPr>
        <p:spPr>
          <a:xfrm>
            <a:off x="3288411" y="3606393"/>
            <a:ext cx="5717743" cy="2098548"/>
          </a:xfrm>
          <a:custGeom>
            <a:avLst/>
            <a:gdLst/>
            <a:ahLst/>
            <a:cxnLst/>
            <a:rect l="l" t="t" r="r" b="b"/>
            <a:pathLst>
              <a:path w="5717743" h="2098548">
                <a:moveTo>
                  <a:pt x="5717743" y="1799905"/>
                </a:moveTo>
                <a:lnTo>
                  <a:pt x="5717743" y="2098548"/>
                </a:lnTo>
                <a:lnTo>
                  <a:pt x="0" y="2098548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Ecrã Criar conta"/>
          <p:cNvSpPr/>
          <p:nvPr/>
        </p:nvSpPr>
        <p:spPr>
          <a:xfrm>
            <a:off x="739063" y="2114458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Criar conta</a:t>
            </a:r>
          </a:p>
        </p:txBody>
      </p:sp>
      <p:sp>
        <p:nvSpPr>
          <p:cNvPr id="28" name="Ecrã Início de sessão"/>
          <p:cNvSpPr/>
          <p:nvPr/>
        </p:nvSpPr>
        <p:spPr>
          <a:xfrm>
            <a:off x="739063" y="2938881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Início de sessão</a:t>
            </a:r>
          </a:p>
        </p:txBody>
      </p:sp>
      <p:sp>
        <p:nvSpPr>
          <p:cNvPr id="29" name="Ecrã Recuperar palavra-passe"/>
          <p:cNvSpPr/>
          <p:nvPr/>
        </p:nvSpPr>
        <p:spPr>
          <a:xfrm>
            <a:off x="739063" y="3763304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Recuperar</a:t>
            </a:r>
          </a:p>
          <a:p>
            <a:pPr algn="ctr"/>
            <a:r>
              <a:rPr lang="pt-PT" sz="1100" b="1">
                <a:solidFill>
                  <a:srgbClr val="102C5B"/>
                </a:solidFill>
              </a:rPr>
              <a:t>palavra-passe</a:t>
            </a:r>
          </a:p>
        </p:txBody>
      </p:sp>
      <p:sp>
        <p:nvSpPr>
          <p:cNvPr id="30" name="Aviso Link enviado"/>
          <p:cNvSpPr/>
          <p:nvPr/>
        </p:nvSpPr>
        <p:spPr>
          <a:xfrm>
            <a:off x="739063" y="4587727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22225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0">
                <a:solidFill>
                  <a:srgbClr val="102C5B"/>
                </a:solidFill>
              </a:rPr>
              <a:t>Link enviado</a:t>
            </a:r>
          </a:p>
        </p:txBody>
      </p:sp>
      <p:sp>
        <p:nvSpPr>
          <p:cNvPr id="31" name="Aviso Início/ Estacionamento cheio"/>
          <p:cNvSpPr/>
          <p:nvPr/>
        </p:nvSpPr>
        <p:spPr>
          <a:xfrm>
            <a:off x="2593466" y="2114458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22225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0">
                <a:solidFill>
                  <a:srgbClr val="102C5B"/>
                </a:solidFill>
              </a:rPr>
              <a:t>Início/</a:t>
            </a:r>
          </a:p>
          <a:p>
            <a:pPr algn="ctr"/>
            <a:r>
              <a:rPr lang="pt-PT" sz="1100" b="0">
                <a:solidFill>
                  <a:srgbClr val="102C5B"/>
                </a:solidFill>
              </a:rPr>
              <a:t>Estacionamento cheio</a:t>
            </a:r>
          </a:p>
        </p:txBody>
      </p:sp>
      <p:sp>
        <p:nvSpPr>
          <p:cNvPr id="32" name="Ecrã Início/Escolher parque (Exibe o status)"/>
          <p:cNvSpPr/>
          <p:nvPr/>
        </p:nvSpPr>
        <p:spPr>
          <a:xfrm>
            <a:off x="2593466" y="2874873"/>
            <a:ext cx="138988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Início/Escolher parque</a:t>
            </a:r>
          </a:p>
          <a:p>
            <a:pPr algn="ctr"/>
            <a:r>
              <a:rPr lang="pt-PT" sz="1100" b="0">
                <a:solidFill>
                  <a:srgbClr val="102C5B"/>
                </a:solidFill>
              </a:rPr>
              <a:t>(Exibe o status)</a:t>
            </a:r>
          </a:p>
        </p:txBody>
      </p:sp>
      <p:sp>
        <p:nvSpPr>
          <p:cNvPr id="33" name="Ecrã Perfil"/>
          <p:cNvSpPr/>
          <p:nvPr/>
        </p:nvSpPr>
        <p:spPr>
          <a:xfrm>
            <a:off x="4447870" y="2114458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Perfil</a:t>
            </a:r>
          </a:p>
        </p:txBody>
      </p:sp>
      <p:sp>
        <p:nvSpPr>
          <p:cNvPr id="34" name="Aviso Pedir código da empresa"/>
          <p:cNvSpPr/>
          <p:nvPr/>
        </p:nvSpPr>
        <p:spPr>
          <a:xfrm>
            <a:off x="4447870" y="3763304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22225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0">
                <a:solidFill>
                  <a:srgbClr val="102C5B"/>
                </a:solidFill>
              </a:rPr>
              <a:t>Pedir código da empresa</a:t>
            </a:r>
          </a:p>
        </p:txBody>
      </p:sp>
      <p:sp>
        <p:nvSpPr>
          <p:cNvPr id="35" name="Aviso Entrada expirada"/>
          <p:cNvSpPr/>
          <p:nvPr/>
        </p:nvSpPr>
        <p:spPr>
          <a:xfrm>
            <a:off x="6302273" y="2114458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22225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0">
                <a:solidFill>
                  <a:srgbClr val="102C5B"/>
                </a:solidFill>
              </a:rPr>
              <a:t>Entrada expirada</a:t>
            </a:r>
          </a:p>
        </p:txBody>
      </p:sp>
      <p:sp>
        <p:nvSpPr>
          <p:cNvPr id="36" name="Ecrã QR code e senha"/>
          <p:cNvSpPr/>
          <p:nvPr/>
        </p:nvSpPr>
        <p:spPr>
          <a:xfrm>
            <a:off x="6302273" y="2938881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QR code e senha</a:t>
            </a:r>
          </a:p>
        </p:txBody>
      </p:sp>
      <p:sp>
        <p:nvSpPr>
          <p:cNvPr id="37" name="Ecrã Minha vaga"/>
          <p:cNvSpPr/>
          <p:nvPr/>
        </p:nvSpPr>
        <p:spPr>
          <a:xfrm>
            <a:off x="6302273" y="3763304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Minha vaga</a:t>
            </a:r>
          </a:p>
        </p:txBody>
      </p:sp>
      <p:sp>
        <p:nvSpPr>
          <p:cNvPr id="38" name="Ecrã Saída"/>
          <p:cNvSpPr/>
          <p:nvPr/>
        </p:nvSpPr>
        <p:spPr>
          <a:xfrm>
            <a:off x="6302273" y="4587727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Saída</a:t>
            </a:r>
          </a:p>
        </p:txBody>
      </p:sp>
      <p:sp>
        <p:nvSpPr>
          <p:cNvPr id="39" name="Aviso Vaga já ocupada"/>
          <p:cNvSpPr/>
          <p:nvPr/>
        </p:nvSpPr>
        <p:spPr>
          <a:xfrm>
            <a:off x="8156676" y="2114458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22225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0">
                <a:solidFill>
                  <a:srgbClr val="102C5B"/>
                </a:solidFill>
              </a:rPr>
              <a:t>Vaga já ocupada</a:t>
            </a:r>
          </a:p>
        </p:txBody>
      </p:sp>
      <p:sp>
        <p:nvSpPr>
          <p:cNvPr id="40" name="Ecrã Escolher outra vaga"/>
          <p:cNvSpPr/>
          <p:nvPr/>
        </p:nvSpPr>
        <p:spPr>
          <a:xfrm>
            <a:off x="8156676" y="2938881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Escolher outra vaga</a:t>
            </a:r>
          </a:p>
        </p:txBody>
      </p:sp>
      <p:sp>
        <p:nvSpPr>
          <p:cNvPr id="41" name="Aviso Pedir outra vaga"/>
          <p:cNvSpPr/>
          <p:nvPr/>
        </p:nvSpPr>
        <p:spPr>
          <a:xfrm>
            <a:off x="9779279" y="2938881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22225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0">
                <a:solidFill>
                  <a:srgbClr val="102C5B"/>
                </a:solidFill>
              </a:rPr>
              <a:t>Pedir outra vaga</a:t>
            </a:r>
          </a:p>
        </p:txBody>
      </p:sp>
      <p:sp>
        <p:nvSpPr>
          <p:cNvPr id="42" name="Ecrã Saída concluída"/>
          <p:cNvSpPr/>
          <p:nvPr/>
        </p:nvSpPr>
        <p:spPr>
          <a:xfrm>
            <a:off x="8311210" y="4802794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Saída concluída</a:t>
            </a:r>
          </a:p>
        </p:txBody>
      </p:sp>
      <p:sp>
        <p:nvSpPr>
          <p:cNvPr id="43" name="Ecrã Confirmar vaga"/>
          <p:cNvSpPr/>
          <p:nvPr/>
        </p:nvSpPr>
        <p:spPr>
          <a:xfrm>
            <a:off x="10088346" y="4175516"/>
            <a:ext cx="1389888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Confirmar vaga</a:t>
            </a:r>
          </a:p>
        </p:txBody>
      </p:sp>
      <p:sp>
        <p:nvSpPr>
          <p:cNvPr id="44" name="Legenda página"/>
          <p:cNvSpPr/>
          <p:nvPr/>
        </p:nvSpPr>
        <p:spPr>
          <a:xfrm>
            <a:off x="777240" y="5897880"/>
            <a:ext cx="132588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100" b="1">
                <a:solidFill>
                  <a:srgbClr val="102C5B"/>
                </a:solidFill>
              </a:rPr>
              <a:t>Página (ecrã)</a:t>
            </a:r>
          </a:p>
        </p:txBody>
      </p:sp>
      <p:sp>
        <p:nvSpPr>
          <p:cNvPr id="45" name="Legenda aviso"/>
          <p:cNvSpPr/>
          <p:nvPr/>
        </p:nvSpPr>
        <p:spPr>
          <a:xfrm>
            <a:off x="2240280" y="5897880"/>
            <a:ext cx="1600200" cy="310896"/>
          </a:xfrm>
          <a:prstGeom prst="roundRect">
            <a:avLst>
              <a:gd name="adj" fmla="val 20000"/>
            </a:avLst>
          </a:prstGeom>
          <a:solidFill>
            <a:srgbClr val="FFF4D1"/>
          </a:solidFill>
          <a:ln w="19050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100" b="0">
                <a:solidFill>
                  <a:srgbClr val="102C5B"/>
                </a:solidFill>
              </a:rPr>
              <a:t>Aviso (sobreposto)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pt-PT"/>
              <a:t>Mapa de navegação: administrador</a:t>
            </a:r>
          </a:p>
        </p:txBody>
      </p:sp>
      <p:sp>
        <p:nvSpPr>
          <p:cNvPr id="3" name="Painel mapa administrador"/>
          <p:cNvSpPr/>
          <p:nvPr/>
        </p:nvSpPr>
        <p:spPr>
          <a:xfrm>
            <a:off x="548640" y="1371600"/>
            <a:ext cx="8183879" cy="49834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luna Entrada"/>
          <p:cNvSpPr txBox="1"/>
          <p:nvPr/>
        </p:nvSpPr>
        <p:spPr>
          <a:xfrm>
            <a:off x="754380" y="16276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200" b="1">
                <a:solidFill>
                  <a:schemeClr val="tx2"/>
                </a:solidFill>
              </a:rPr>
              <a:t>ENTRADA</a:t>
            </a:r>
          </a:p>
        </p:txBody>
      </p:sp>
      <p:sp>
        <p:nvSpPr>
          <p:cNvPr id="5" name="Coluna Painel"/>
          <p:cNvSpPr txBox="1"/>
          <p:nvPr/>
        </p:nvSpPr>
        <p:spPr>
          <a:xfrm>
            <a:off x="2811780" y="16276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200" b="1">
                <a:solidFill>
                  <a:schemeClr val="tx2"/>
                </a:solidFill>
              </a:rPr>
              <a:t>PAINEL</a:t>
            </a:r>
          </a:p>
        </p:txBody>
      </p:sp>
      <p:sp>
        <p:nvSpPr>
          <p:cNvPr id="6" name="Coluna Menu"/>
          <p:cNvSpPr txBox="1"/>
          <p:nvPr/>
        </p:nvSpPr>
        <p:spPr>
          <a:xfrm>
            <a:off x="4869179" y="16276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200" b="1">
                <a:solidFill>
                  <a:schemeClr val="tx2"/>
                </a:solidFill>
              </a:rPr>
              <a:t>MENU</a:t>
            </a:r>
          </a:p>
        </p:txBody>
      </p:sp>
      <p:sp>
        <p:nvSpPr>
          <p:cNvPr id="7" name="Coluna Ação"/>
          <p:cNvSpPr txBox="1"/>
          <p:nvPr/>
        </p:nvSpPr>
        <p:spPr>
          <a:xfrm>
            <a:off x="6926579" y="16276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200" b="1">
                <a:solidFill>
                  <a:schemeClr val="tx2"/>
                </a:solidFill>
              </a:rPr>
              <a:t>AÇÃO</a:t>
            </a:r>
          </a:p>
        </p:txBody>
      </p:sp>
      <p:cxnSp>
        <p:nvCxnSpPr>
          <p:cNvPr id="8" name="Seta Início de sessão → Recuperar palavra-passe"/>
          <p:cNvCxnSpPr/>
          <p:nvPr/>
        </p:nvCxnSpPr>
        <p:spPr>
          <a:xfrm>
            <a:off x="1577340" y="3758184"/>
            <a:ext cx="0" cy="310896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eta Recuperar → Link enviado"/>
          <p:cNvCxnSpPr/>
          <p:nvPr/>
        </p:nvCxnSpPr>
        <p:spPr>
          <a:xfrm>
            <a:off x="1577340" y="4672584"/>
            <a:ext cx="0" cy="310896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eta Início de sessão → Painel"/>
          <p:cNvCxnSpPr/>
          <p:nvPr/>
        </p:nvCxnSpPr>
        <p:spPr>
          <a:xfrm>
            <a:off x="2377440" y="3456432"/>
            <a:ext cx="45720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ta Painel → Gerir vagas"/>
          <p:cNvSpPr/>
          <p:nvPr/>
        </p:nvSpPr>
        <p:spPr>
          <a:xfrm>
            <a:off x="4434840" y="2542032"/>
            <a:ext cx="457200" cy="914400"/>
          </a:xfrm>
          <a:custGeom>
            <a:avLst/>
            <a:gdLst/>
            <a:ahLst/>
            <a:cxnLst/>
            <a:rect l="l" t="t" r="r" b="b"/>
            <a:pathLst>
              <a:path w="457200" h="914400">
                <a:moveTo>
                  <a:pt x="0" y="914400"/>
                </a:moveTo>
                <a:lnTo>
                  <a:pt x="228600" y="914400"/>
                </a:lnTo>
                <a:lnTo>
                  <a:pt x="228600" y="0"/>
                </a:lnTo>
                <a:lnTo>
                  <a:pt x="457200" y="0"/>
                </a:lnTo>
              </a:path>
            </a:pathLst>
          </a:custGeom>
          <a:noFill/>
          <a:ln w="22225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eta Painel → Código da empresa"/>
          <p:cNvSpPr/>
          <p:nvPr/>
        </p:nvSpPr>
        <p:spPr>
          <a:xfrm>
            <a:off x="4434840" y="3456432"/>
            <a:ext cx="457200" cy="914400"/>
          </a:xfrm>
          <a:custGeom>
            <a:avLst/>
            <a:gdLst/>
            <a:ahLst/>
            <a:cxnLst/>
            <a:rect l="l" t="t" r="r" b="b"/>
            <a:pathLst>
              <a:path w="457200" h="914400">
                <a:moveTo>
                  <a:pt x="0" y="0"/>
                </a:moveTo>
                <a:lnTo>
                  <a:pt x="228600" y="0"/>
                </a:lnTo>
                <a:lnTo>
                  <a:pt x="228600" y="914400"/>
                </a:lnTo>
                <a:lnTo>
                  <a:pt x="457200" y="914400"/>
                </a:lnTo>
              </a:path>
            </a:pathLst>
          </a:custGeom>
          <a:noFill/>
          <a:ln w="22225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eta Painel → Editar perfil"/>
          <p:cNvSpPr/>
          <p:nvPr/>
        </p:nvSpPr>
        <p:spPr>
          <a:xfrm>
            <a:off x="4434840" y="3456432"/>
            <a:ext cx="457200" cy="1828800"/>
          </a:xfrm>
          <a:custGeom>
            <a:avLst/>
            <a:gdLst/>
            <a:ahLst/>
            <a:cxnLst/>
            <a:rect l="l" t="t" r="r" b="b"/>
            <a:pathLst>
              <a:path w="457200" h="1828800">
                <a:moveTo>
                  <a:pt x="0" y="0"/>
                </a:moveTo>
                <a:lnTo>
                  <a:pt x="228600" y="0"/>
                </a:lnTo>
                <a:lnTo>
                  <a:pt x="228600" y="1828800"/>
                </a:lnTo>
                <a:lnTo>
                  <a:pt x="457200" y="1828800"/>
                </a:lnTo>
              </a:path>
            </a:pathLst>
          </a:custGeom>
          <a:noFill/>
          <a:ln w="22225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eta Painel → Entradas e saídas"/>
          <p:cNvCxnSpPr/>
          <p:nvPr/>
        </p:nvCxnSpPr>
        <p:spPr>
          <a:xfrm>
            <a:off x="4434840" y="3456432"/>
            <a:ext cx="45720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eta Gerir vagas → Vagas guardadas"/>
          <p:cNvCxnSpPr/>
          <p:nvPr/>
        </p:nvCxnSpPr>
        <p:spPr>
          <a:xfrm>
            <a:off x="6492240" y="2542032"/>
            <a:ext cx="45720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eta Gerir vagas → Vaga ocupada"/>
          <p:cNvSpPr/>
          <p:nvPr/>
        </p:nvSpPr>
        <p:spPr>
          <a:xfrm>
            <a:off x="6492240" y="2542032"/>
            <a:ext cx="457200" cy="914400"/>
          </a:xfrm>
          <a:custGeom>
            <a:avLst/>
            <a:gdLst/>
            <a:ahLst/>
            <a:cxnLst/>
            <a:rect l="l" t="t" r="r" b="b"/>
            <a:pathLst>
              <a:path w="457200" h="914400">
                <a:moveTo>
                  <a:pt x="0" y="0"/>
                </a:moveTo>
                <a:lnTo>
                  <a:pt x="228600" y="0"/>
                </a:lnTo>
                <a:lnTo>
                  <a:pt x="228600" y="914400"/>
                </a:lnTo>
                <a:lnTo>
                  <a:pt x="457200" y="914400"/>
                </a:lnTo>
              </a:path>
            </a:pathLst>
          </a:custGeom>
          <a:noFill/>
          <a:ln w="22225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Seta Código da empresa → Código guardado"/>
          <p:cNvCxnSpPr/>
          <p:nvPr/>
        </p:nvCxnSpPr>
        <p:spPr>
          <a:xfrm>
            <a:off x="6492240" y="4370832"/>
            <a:ext cx="45720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eta Editar perfil → Perfil guardado"/>
          <p:cNvCxnSpPr/>
          <p:nvPr/>
        </p:nvCxnSpPr>
        <p:spPr>
          <a:xfrm>
            <a:off x="6492240" y="5285232"/>
            <a:ext cx="45720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crã Início de sessão"/>
          <p:cNvSpPr/>
          <p:nvPr/>
        </p:nvSpPr>
        <p:spPr>
          <a:xfrm>
            <a:off x="777240" y="31546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1">
                <a:solidFill>
                  <a:srgbClr val="102C5B"/>
                </a:solidFill>
              </a:rPr>
              <a:t>Início de sessão</a:t>
            </a:r>
          </a:p>
        </p:txBody>
      </p:sp>
      <p:sp>
        <p:nvSpPr>
          <p:cNvPr id="20" name="Ecrã Recuperar palavra-passe"/>
          <p:cNvSpPr/>
          <p:nvPr/>
        </p:nvSpPr>
        <p:spPr>
          <a:xfrm>
            <a:off x="777240" y="40690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1">
                <a:solidFill>
                  <a:srgbClr val="102C5B"/>
                </a:solidFill>
              </a:rPr>
              <a:t>Recuperar</a:t>
            </a:r>
          </a:p>
          <a:p>
            <a:pPr algn="ctr"/>
            <a:r>
              <a:rPr lang="pt-PT" sz="1300" b="1">
                <a:solidFill>
                  <a:srgbClr val="102C5B"/>
                </a:solidFill>
              </a:rPr>
              <a:t>palavra-passe</a:t>
            </a:r>
          </a:p>
        </p:txBody>
      </p:sp>
      <p:sp>
        <p:nvSpPr>
          <p:cNvPr id="21" name="Aviso Link enviado"/>
          <p:cNvSpPr/>
          <p:nvPr/>
        </p:nvSpPr>
        <p:spPr>
          <a:xfrm>
            <a:off x="777240" y="49834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22225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0">
                <a:solidFill>
                  <a:srgbClr val="102C5B"/>
                </a:solidFill>
              </a:rPr>
              <a:t>Link enviado</a:t>
            </a:r>
          </a:p>
        </p:txBody>
      </p:sp>
      <p:sp>
        <p:nvSpPr>
          <p:cNvPr id="22" name="Ecrã Painel do estacionamento"/>
          <p:cNvSpPr/>
          <p:nvPr/>
        </p:nvSpPr>
        <p:spPr>
          <a:xfrm>
            <a:off x="2834640" y="31546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1">
                <a:solidFill>
                  <a:srgbClr val="102C5B"/>
                </a:solidFill>
              </a:rPr>
              <a:t>Painel do estacionamento</a:t>
            </a:r>
          </a:p>
        </p:txBody>
      </p:sp>
      <p:sp>
        <p:nvSpPr>
          <p:cNvPr id="23" name="Ecrã Gerir vagas"/>
          <p:cNvSpPr/>
          <p:nvPr/>
        </p:nvSpPr>
        <p:spPr>
          <a:xfrm>
            <a:off x="4892040" y="22402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1">
                <a:solidFill>
                  <a:srgbClr val="102C5B"/>
                </a:solidFill>
              </a:rPr>
              <a:t>Gerir vagas</a:t>
            </a:r>
          </a:p>
        </p:txBody>
      </p:sp>
      <p:sp>
        <p:nvSpPr>
          <p:cNvPr id="24" name="Ecrã Entradas e saídas"/>
          <p:cNvSpPr/>
          <p:nvPr/>
        </p:nvSpPr>
        <p:spPr>
          <a:xfrm>
            <a:off x="4892040" y="31546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1">
                <a:solidFill>
                  <a:srgbClr val="102C5B"/>
                </a:solidFill>
              </a:rPr>
              <a:t>Entradas e saídas</a:t>
            </a:r>
          </a:p>
        </p:txBody>
      </p:sp>
      <p:sp>
        <p:nvSpPr>
          <p:cNvPr id="25" name="Ecrã Código da empresa"/>
          <p:cNvSpPr/>
          <p:nvPr/>
        </p:nvSpPr>
        <p:spPr>
          <a:xfrm>
            <a:off x="4892040" y="40690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1">
                <a:solidFill>
                  <a:srgbClr val="102C5B"/>
                </a:solidFill>
              </a:rPr>
              <a:t>Código da empresa</a:t>
            </a:r>
          </a:p>
        </p:txBody>
      </p:sp>
      <p:sp>
        <p:nvSpPr>
          <p:cNvPr id="26" name="Ecrã Editar perfil"/>
          <p:cNvSpPr/>
          <p:nvPr/>
        </p:nvSpPr>
        <p:spPr>
          <a:xfrm>
            <a:off x="4892040" y="49834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1">
                <a:solidFill>
                  <a:srgbClr val="102C5B"/>
                </a:solidFill>
              </a:rPr>
              <a:t>Editar perfil</a:t>
            </a:r>
          </a:p>
        </p:txBody>
      </p:sp>
      <p:sp>
        <p:nvSpPr>
          <p:cNvPr id="27" name="Aviso Vagas guardadas"/>
          <p:cNvSpPr/>
          <p:nvPr/>
        </p:nvSpPr>
        <p:spPr>
          <a:xfrm>
            <a:off x="6949440" y="22402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22225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0">
                <a:solidFill>
                  <a:srgbClr val="102C5B"/>
                </a:solidFill>
              </a:rPr>
              <a:t>Vagas guardadas</a:t>
            </a:r>
          </a:p>
        </p:txBody>
      </p:sp>
      <p:sp>
        <p:nvSpPr>
          <p:cNvPr id="28" name="Aviso Vaga ocupada"/>
          <p:cNvSpPr/>
          <p:nvPr/>
        </p:nvSpPr>
        <p:spPr>
          <a:xfrm>
            <a:off x="6949440" y="31546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22225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0">
                <a:solidFill>
                  <a:srgbClr val="102C5B"/>
                </a:solidFill>
              </a:rPr>
              <a:t>Vaga ocupada</a:t>
            </a:r>
          </a:p>
        </p:txBody>
      </p:sp>
      <p:sp>
        <p:nvSpPr>
          <p:cNvPr id="29" name="Aviso Código guardado"/>
          <p:cNvSpPr/>
          <p:nvPr/>
        </p:nvSpPr>
        <p:spPr>
          <a:xfrm>
            <a:off x="6949440" y="40690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22225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0">
                <a:solidFill>
                  <a:srgbClr val="102C5B"/>
                </a:solidFill>
              </a:rPr>
              <a:t>Código guardado</a:t>
            </a:r>
          </a:p>
        </p:txBody>
      </p:sp>
      <p:sp>
        <p:nvSpPr>
          <p:cNvPr id="30" name="Aviso Perfil guardado"/>
          <p:cNvSpPr/>
          <p:nvPr/>
        </p:nvSpPr>
        <p:spPr>
          <a:xfrm>
            <a:off x="6949440" y="4983480"/>
            <a:ext cx="1600200" cy="603504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22225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pt-PT" sz="1300" b="0">
                <a:solidFill>
                  <a:srgbClr val="102C5B"/>
                </a:solidFill>
              </a:rPr>
              <a:t>Perfil guardado</a:t>
            </a:r>
          </a:p>
        </p:txBody>
      </p:sp>
      <p:sp>
        <p:nvSpPr>
          <p:cNvPr id="31" name="Legenda página"/>
          <p:cNvSpPr/>
          <p:nvPr/>
        </p:nvSpPr>
        <p:spPr>
          <a:xfrm>
            <a:off x="777240" y="5760720"/>
            <a:ext cx="132588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02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200" b="1">
                <a:solidFill>
                  <a:srgbClr val="102C5B"/>
                </a:solidFill>
              </a:rPr>
              <a:t>Ecrã</a:t>
            </a:r>
          </a:p>
        </p:txBody>
      </p:sp>
      <p:sp>
        <p:nvSpPr>
          <p:cNvPr id="32" name="Legenda aviso"/>
          <p:cNvSpPr/>
          <p:nvPr/>
        </p:nvSpPr>
        <p:spPr>
          <a:xfrm>
            <a:off x="2240280" y="5760720"/>
            <a:ext cx="1600200" cy="310896"/>
          </a:xfrm>
          <a:prstGeom prst="roundRect">
            <a:avLst>
              <a:gd name="adj" fmla="val 20000"/>
            </a:avLst>
          </a:prstGeom>
          <a:solidFill>
            <a:srgbClr val="FFF4D1"/>
          </a:solidFill>
          <a:ln w="19050">
            <a:solidFill>
              <a:srgbClr val="F7B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200" b="0">
                <a:solidFill>
                  <a:srgbClr val="102C5B"/>
                </a:solidFill>
              </a:rPr>
              <a:t>Estado ou aviso</a:t>
            </a:r>
          </a:p>
        </p:txBody>
      </p:sp>
      <p:sp>
        <p:nvSpPr>
          <p:cNvPr id="33" name="Cartão administrador"/>
          <p:cNvSpPr/>
          <p:nvPr/>
        </p:nvSpPr>
        <p:spPr>
          <a:xfrm>
            <a:off x="9006840" y="1371600"/>
            <a:ext cx="2633472" cy="4983480"/>
          </a:xfrm>
          <a:prstGeom prst="roundRect">
            <a:avLst>
              <a:gd name="adj" fmla="val 58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ítulo administrador"/>
          <p:cNvSpPr txBox="1"/>
          <p:nvPr/>
        </p:nvSpPr>
        <p:spPr>
          <a:xfrm>
            <a:off x="9281160" y="1645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800" b="1">
                <a:solidFill>
                  <a:schemeClr val="tx1"/>
                </a:solidFill>
              </a:rPr>
              <a:t>O administrador</a:t>
            </a:r>
          </a:p>
        </p:txBody>
      </p:sp>
      <p:sp>
        <p:nvSpPr>
          <p:cNvPr id="35" name="Lista administrador"/>
          <p:cNvSpPr txBox="1"/>
          <p:nvPr/>
        </p:nvSpPr>
        <p:spPr>
          <a:xfrm>
            <a:off x="9281160" y="2286000"/>
            <a:ext cx="210312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Aft>
                <a:spcPts val="1000"/>
              </a:spcAft>
              <a:buSzPct val="100000"/>
              <a:buChar char="•"/>
            </a:pPr>
            <a:r>
              <a:rPr lang="pt-PT" sz="1400" b="0">
                <a:solidFill>
                  <a:schemeClr val="tx2"/>
                </a:solidFill>
              </a:rPr>
              <a:t>Entra com email e palavra-passe ou recupera-a por link.</a:t>
            </a:r>
          </a:p>
          <a:p>
            <a:pPr marL="285750" indent="-285750" algn="l">
              <a:spcAft>
                <a:spcPts val="1000"/>
              </a:spcAft>
              <a:buSzPct val="100000"/>
              <a:buChar char="•"/>
            </a:pPr>
            <a:r>
              <a:rPr lang="pt-PT" sz="1400" b="0">
                <a:solidFill>
                  <a:schemeClr val="tx2"/>
                </a:solidFill>
              </a:rPr>
              <a:t>No painel gere as vagas, vê entradas e saídas, muda o código da empresa e edita o perfil.</a:t>
            </a:r>
          </a:p>
          <a:p>
            <a:pPr marL="285750" indent="-285750" algn="l">
              <a:buSzPct val="100000"/>
              <a:buChar char="•"/>
            </a:pPr>
            <a:r>
              <a:rPr lang="pt-PT" sz="1400" b="0">
                <a:solidFill>
                  <a:schemeClr val="tx2"/>
                </a:solidFill>
              </a:rPr>
              <a:t>Cada alteração mostra um aviso, como vagas, código ou perfil guardado.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pt-PT"/>
              <a:t>Cronograma de E3 a E6</a:t>
            </a:r>
          </a:p>
        </p:txBody>
      </p:sp>
      <p:sp>
        <p:nvSpPr>
          <p:cNvPr id="3" name="Cabeçalho Fase"/>
          <p:cNvSpPr/>
          <p:nvPr/>
        </p:nvSpPr>
        <p:spPr>
          <a:xfrm>
            <a:off x="548640" y="1508760"/>
            <a:ext cx="685800" cy="62179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300" b="1">
                <a:solidFill>
                  <a:schemeClr val="bg1"/>
                </a:solidFill>
              </a:rPr>
              <a:t>Fase</a:t>
            </a:r>
          </a:p>
        </p:txBody>
      </p:sp>
      <p:sp>
        <p:nvSpPr>
          <p:cNvPr id="4" name="Cabeçalho Tarefa"/>
          <p:cNvSpPr/>
          <p:nvPr/>
        </p:nvSpPr>
        <p:spPr>
          <a:xfrm>
            <a:off x="1234440" y="1508760"/>
            <a:ext cx="4069080" cy="62179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300" b="1">
                <a:solidFill>
                  <a:schemeClr val="bg1"/>
                </a:solidFill>
              </a:rPr>
              <a:t>Tarefa</a:t>
            </a:r>
          </a:p>
        </p:txBody>
      </p:sp>
      <p:sp>
        <p:nvSpPr>
          <p:cNvPr id="5" name="Cabeçalho Quem"/>
          <p:cNvSpPr/>
          <p:nvPr/>
        </p:nvSpPr>
        <p:spPr>
          <a:xfrm>
            <a:off x="5303520" y="1508760"/>
            <a:ext cx="914400" cy="62179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300" b="1">
                <a:solidFill>
                  <a:schemeClr val="bg1"/>
                </a:solidFill>
              </a:rPr>
              <a:t>Quem</a:t>
            </a:r>
          </a:p>
        </p:txBody>
      </p:sp>
      <p:sp>
        <p:nvSpPr>
          <p:cNvPr id="6" name="Mês Out"/>
          <p:cNvSpPr/>
          <p:nvPr/>
        </p:nvSpPr>
        <p:spPr>
          <a:xfrm>
            <a:off x="6217920" y="1508760"/>
            <a:ext cx="774627" cy="310896"/>
          </a:xfrm>
          <a:prstGeom prst="rect">
            <a:avLst/>
          </a:prstGeom>
          <a:solidFill>
            <a:schemeClr val="tx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300" b="1">
                <a:solidFill>
                  <a:schemeClr val="bg1"/>
                </a:solidFill>
              </a:rPr>
              <a:t>Out</a:t>
            </a:r>
          </a:p>
        </p:txBody>
      </p:sp>
      <p:sp>
        <p:nvSpPr>
          <p:cNvPr id="7" name="Mês Nov"/>
          <p:cNvSpPr/>
          <p:nvPr/>
        </p:nvSpPr>
        <p:spPr>
          <a:xfrm>
            <a:off x="6992547" y="1508760"/>
            <a:ext cx="1936568" cy="310896"/>
          </a:xfrm>
          <a:prstGeom prst="rect">
            <a:avLst/>
          </a:prstGeom>
          <a:solidFill>
            <a:schemeClr val="tx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300" b="1">
                <a:solidFill>
                  <a:schemeClr val="bg1"/>
                </a:solidFill>
              </a:rPr>
              <a:t>Nov</a:t>
            </a:r>
          </a:p>
        </p:txBody>
      </p:sp>
      <p:sp>
        <p:nvSpPr>
          <p:cNvPr id="8" name="Mês Dez"/>
          <p:cNvSpPr/>
          <p:nvPr/>
        </p:nvSpPr>
        <p:spPr>
          <a:xfrm>
            <a:off x="8929116" y="1508760"/>
            <a:ext cx="1549254" cy="310896"/>
          </a:xfrm>
          <a:prstGeom prst="rect">
            <a:avLst/>
          </a:prstGeom>
          <a:solidFill>
            <a:schemeClr val="tx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300" b="1">
                <a:solidFill>
                  <a:schemeClr val="bg1"/>
                </a:solidFill>
              </a:rPr>
              <a:t>Dez</a:t>
            </a:r>
          </a:p>
        </p:txBody>
      </p:sp>
      <p:sp>
        <p:nvSpPr>
          <p:cNvPr id="9" name="Mês Jan"/>
          <p:cNvSpPr/>
          <p:nvPr/>
        </p:nvSpPr>
        <p:spPr>
          <a:xfrm>
            <a:off x="10478370" y="1508760"/>
            <a:ext cx="1161941" cy="310896"/>
          </a:xfrm>
          <a:prstGeom prst="rect">
            <a:avLst/>
          </a:prstGeom>
          <a:solidFill>
            <a:schemeClr val="tx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300" b="1">
                <a:solidFill>
                  <a:schemeClr val="bg1"/>
                </a:solidFill>
              </a:rPr>
              <a:t>Jan</a:t>
            </a:r>
          </a:p>
        </p:txBody>
      </p:sp>
      <p:sp>
        <p:nvSpPr>
          <p:cNvPr id="10" name="Semana 19"/>
          <p:cNvSpPr/>
          <p:nvPr/>
        </p:nvSpPr>
        <p:spPr>
          <a:xfrm>
            <a:off x="6217920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19</a:t>
            </a:r>
          </a:p>
        </p:txBody>
      </p:sp>
      <p:sp>
        <p:nvSpPr>
          <p:cNvPr id="11" name="Semana 26"/>
          <p:cNvSpPr/>
          <p:nvPr/>
        </p:nvSpPr>
        <p:spPr>
          <a:xfrm>
            <a:off x="6605233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26</a:t>
            </a:r>
          </a:p>
        </p:txBody>
      </p:sp>
      <p:sp>
        <p:nvSpPr>
          <p:cNvPr id="12" name="Semana 2"/>
          <p:cNvSpPr/>
          <p:nvPr/>
        </p:nvSpPr>
        <p:spPr>
          <a:xfrm>
            <a:off x="6992547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3" name="Semana 9"/>
          <p:cNvSpPr/>
          <p:nvPr/>
        </p:nvSpPr>
        <p:spPr>
          <a:xfrm>
            <a:off x="7379861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14" name="Semana 16"/>
          <p:cNvSpPr/>
          <p:nvPr/>
        </p:nvSpPr>
        <p:spPr>
          <a:xfrm>
            <a:off x="7767174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16</a:t>
            </a:r>
          </a:p>
        </p:txBody>
      </p:sp>
      <p:sp>
        <p:nvSpPr>
          <p:cNvPr id="15" name="Semana 23"/>
          <p:cNvSpPr/>
          <p:nvPr/>
        </p:nvSpPr>
        <p:spPr>
          <a:xfrm>
            <a:off x="8154488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23</a:t>
            </a:r>
          </a:p>
        </p:txBody>
      </p:sp>
      <p:sp>
        <p:nvSpPr>
          <p:cNvPr id="16" name="Semana 30"/>
          <p:cNvSpPr/>
          <p:nvPr/>
        </p:nvSpPr>
        <p:spPr>
          <a:xfrm>
            <a:off x="8541802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30</a:t>
            </a:r>
          </a:p>
        </p:txBody>
      </p:sp>
      <p:sp>
        <p:nvSpPr>
          <p:cNvPr id="17" name="Semana 7"/>
          <p:cNvSpPr/>
          <p:nvPr/>
        </p:nvSpPr>
        <p:spPr>
          <a:xfrm>
            <a:off x="8929116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8" name="Semana 14"/>
          <p:cNvSpPr/>
          <p:nvPr/>
        </p:nvSpPr>
        <p:spPr>
          <a:xfrm>
            <a:off x="9316429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14</a:t>
            </a:r>
          </a:p>
        </p:txBody>
      </p:sp>
      <p:sp>
        <p:nvSpPr>
          <p:cNvPr id="19" name="Semana 21"/>
          <p:cNvSpPr/>
          <p:nvPr/>
        </p:nvSpPr>
        <p:spPr>
          <a:xfrm>
            <a:off x="9703743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21</a:t>
            </a:r>
          </a:p>
        </p:txBody>
      </p:sp>
      <p:sp>
        <p:nvSpPr>
          <p:cNvPr id="20" name="Semana 28"/>
          <p:cNvSpPr/>
          <p:nvPr/>
        </p:nvSpPr>
        <p:spPr>
          <a:xfrm>
            <a:off x="10091057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28</a:t>
            </a:r>
          </a:p>
        </p:txBody>
      </p:sp>
      <p:sp>
        <p:nvSpPr>
          <p:cNvPr id="21" name="Semana 4"/>
          <p:cNvSpPr/>
          <p:nvPr/>
        </p:nvSpPr>
        <p:spPr>
          <a:xfrm>
            <a:off x="10478370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22" name="Semana 11"/>
          <p:cNvSpPr/>
          <p:nvPr/>
        </p:nvSpPr>
        <p:spPr>
          <a:xfrm>
            <a:off x="10865684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11</a:t>
            </a:r>
          </a:p>
        </p:txBody>
      </p:sp>
      <p:sp>
        <p:nvSpPr>
          <p:cNvPr id="23" name="Semana 18"/>
          <p:cNvSpPr/>
          <p:nvPr/>
        </p:nvSpPr>
        <p:spPr>
          <a:xfrm>
            <a:off x="11252998" y="1819656"/>
            <a:ext cx="387313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0">
                <a:solidFill>
                  <a:schemeClr val="tx2"/>
                </a:solidFill>
              </a:rPr>
              <a:t>18</a:t>
            </a:r>
          </a:p>
        </p:txBody>
      </p:sp>
      <p:cxnSp>
        <p:nvCxnSpPr>
          <p:cNvPr id="24" name="Linha 0"/>
          <p:cNvCxnSpPr/>
          <p:nvPr/>
        </p:nvCxnSpPr>
        <p:spPr>
          <a:xfrm>
            <a:off x="548640" y="2130552"/>
            <a:ext cx="11091672" cy="0"/>
          </a:xfrm>
          <a:prstGeom prst="line">
            <a:avLst/>
          </a:prstGeom>
          <a:ln w="9525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nha 1"/>
          <p:cNvCxnSpPr/>
          <p:nvPr/>
        </p:nvCxnSpPr>
        <p:spPr>
          <a:xfrm>
            <a:off x="548640" y="2500884"/>
            <a:ext cx="11091672" cy="0"/>
          </a:xfrm>
          <a:prstGeom prst="line">
            <a:avLst/>
          </a:prstGeom>
          <a:ln w="9525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nha 2"/>
          <p:cNvCxnSpPr/>
          <p:nvPr/>
        </p:nvCxnSpPr>
        <p:spPr>
          <a:xfrm>
            <a:off x="548640" y="2871216"/>
            <a:ext cx="11091672" cy="0"/>
          </a:xfrm>
          <a:prstGeom prst="line">
            <a:avLst/>
          </a:prstGeom>
          <a:ln w="9525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nha 3"/>
          <p:cNvCxnSpPr/>
          <p:nvPr/>
        </p:nvCxnSpPr>
        <p:spPr>
          <a:xfrm>
            <a:off x="548640" y="3241548"/>
            <a:ext cx="11091672" cy="0"/>
          </a:xfrm>
          <a:prstGeom prst="line">
            <a:avLst/>
          </a:prstGeom>
          <a:ln w="9525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ha 4"/>
          <p:cNvCxnSpPr/>
          <p:nvPr/>
        </p:nvCxnSpPr>
        <p:spPr>
          <a:xfrm>
            <a:off x="548640" y="3611880"/>
            <a:ext cx="11091672" cy="0"/>
          </a:xfrm>
          <a:prstGeom prst="line">
            <a:avLst/>
          </a:prstGeom>
          <a:ln w="9525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ha 5"/>
          <p:cNvCxnSpPr/>
          <p:nvPr/>
        </p:nvCxnSpPr>
        <p:spPr>
          <a:xfrm>
            <a:off x="548640" y="3982212"/>
            <a:ext cx="11091672" cy="0"/>
          </a:xfrm>
          <a:prstGeom prst="line">
            <a:avLst/>
          </a:prstGeom>
          <a:ln w="9525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ha 6"/>
          <p:cNvCxnSpPr/>
          <p:nvPr/>
        </p:nvCxnSpPr>
        <p:spPr>
          <a:xfrm>
            <a:off x="548640" y="4352544"/>
            <a:ext cx="11091672" cy="0"/>
          </a:xfrm>
          <a:prstGeom prst="line">
            <a:avLst/>
          </a:prstGeom>
          <a:ln w="9525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ha 7"/>
          <p:cNvCxnSpPr/>
          <p:nvPr/>
        </p:nvCxnSpPr>
        <p:spPr>
          <a:xfrm>
            <a:off x="548640" y="4722876"/>
            <a:ext cx="11091672" cy="0"/>
          </a:xfrm>
          <a:prstGeom prst="line">
            <a:avLst/>
          </a:prstGeom>
          <a:ln w="9525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nha 8"/>
          <p:cNvCxnSpPr/>
          <p:nvPr/>
        </p:nvCxnSpPr>
        <p:spPr>
          <a:xfrm>
            <a:off x="548640" y="5093208"/>
            <a:ext cx="11091672" cy="0"/>
          </a:xfrm>
          <a:prstGeom prst="line">
            <a:avLst/>
          </a:prstGeom>
          <a:ln w="9525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nha 9"/>
          <p:cNvCxnSpPr/>
          <p:nvPr/>
        </p:nvCxnSpPr>
        <p:spPr>
          <a:xfrm>
            <a:off x="548640" y="5463540"/>
            <a:ext cx="11091672" cy="0"/>
          </a:xfrm>
          <a:prstGeom prst="line">
            <a:avLst/>
          </a:prstGeom>
          <a:ln w="9525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ha 10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luna 0"/>
          <p:cNvCxnSpPr/>
          <p:nvPr/>
        </p:nvCxnSpPr>
        <p:spPr>
          <a:xfrm>
            <a:off x="6217920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luna 1"/>
          <p:cNvCxnSpPr/>
          <p:nvPr/>
        </p:nvCxnSpPr>
        <p:spPr>
          <a:xfrm>
            <a:off x="6605233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luna 2"/>
          <p:cNvCxnSpPr/>
          <p:nvPr/>
        </p:nvCxnSpPr>
        <p:spPr>
          <a:xfrm>
            <a:off x="6992547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luna 3"/>
          <p:cNvCxnSpPr/>
          <p:nvPr/>
        </p:nvCxnSpPr>
        <p:spPr>
          <a:xfrm>
            <a:off x="7379861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luna 4"/>
          <p:cNvCxnSpPr/>
          <p:nvPr/>
        </p:nvCxnSpPr>
        <p:spPr>
          <a:xfrm>
            <a:off x="7767174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luna 5"/>
          <p:cNvCxnSpPr/>
          <p:nvPr/>
        </p:nvCxnSpPr>
        <p:spPr>
          <a:xfrm>
            <a:off x="8154488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luna 6"/>
          <p:cNvCxnSpPr/>
          <p:nvPr/>
        </p:nvCxnSpPr>
        <p:spPr>
          <a:xfrm>
            <a:off x="8541802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luna 7"/>
          <p:cNvCxnSpPr/>
          <p:nvPr/>
        </p:nvCxnSpPr>
        <p:spPr>
          <a:xfrm>
            <a:off x="8929116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luna 8"/>
          <p:cNvCxnSpPr/>
          <p:nvPr/>
        </p:nvCxnSpPr>
        <p:spPr>
          <a:xfrm>
            <a:off x="9316429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luna 9"/>
          <p:cNvCxnSpPr/>
          <p:nvPr/>
        </p:nvCxnSpPr>
        <p:spPr>
          <a:xfrm>
            <a:off x="9703743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luna 10"/>
          <p:cNvCxnSpPr/>
          <p:nvPr/>
        </p:nvCxnSpPr>
        <p:spPr>
          <a:xfrm>
            <a:off x="10091057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luna 11"/>
          <p:cNvCxnSpPr/>
          <p:nvPr/>
        </p:nvCxnSpPr>
        <p:spPr>
          <a:xfrm>
            <a:off x="10478370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luna 12"/>
          <p:cNvCxnSpPr/>
          <p:nvPr/>
        </p:nvCxnSpPr>
        <p:spPr>
          <a:xfrm>
            <a:off x="10865684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luna 13"/>
          <p:cNvCxnSpPr/>
          <p:nvPr/>
        </p:nvCxnSpPr>
        <p:spPr>
          <a:xfrm>
            <a:off x="11252998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luna 14"/>
          <p:cNvCxnSpPr/>
          <p:nvPr/>
        </p:nvCxnSpPr>
        <p:spPr>
          <a:xfrm>
            <a:off x="11640312" y="2130552"/>
            <a:ext cx="0" cy="3703320"/>
          </a:xfrm>
          <a:prstGeom prst="line">
            <a:avLst/>
          </a:prstGeom>
          <a:ln w="6350">
            <a:solidFill>
              <a:srgbClr val="D5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ase E3"/>
          <p:cNvSpPr/>
          <p:nvPr/>
        </p:nvSpPr>
        <p:spPr>
          <a:xfrm>
            <a:off x="621792" y="2176272"/>
            <a:ext cx="539496" cy="649224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400" b="1">
                <a:solidFill>
                  <a:schemeClr val="bg1"/>
                </a:solidFill>
              </a:rPr>
              <a:t>E3</a:t>
            </a:r>
          </a:p>
        </p:txBody>
      </p:sp>
      <p:sp>
        <p:nvSpPr>
          <p:cNvPr id="51" name="Fase E4"/>
          <p:cNvSpPr/>
          <p:nvPr/>
        </p:nvSpPr>
        <p:spPr>
          <a:xfrm>
            <a:off x="621792" y="2916936"/>
            <a:ext cx="539496" cy="1019556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400" b="1">
                <a:solidFill>
                  <a:schemeClr val="bg1"/>
                </a:solidFill>
              </a:rPr>
              <a:t>E4</a:t>
            </a:r>
          </a:p>
        </p:txBody>
      </p:sp>
      <p:sp>
        <p:nvSpPr>
          <p:cNvPr id="52" name="Fase E5"/>
          <p:cNvSpPr/>
          <p:nvPr/>
        </p:nvSpPr>
        <p:spPr>
          <a:xfrm>
            <a:off x="621792" y="4027932"/>
            <a:ext cx="539496" cy="1019556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400" b="1">
                <a:solidFill>
                  <a:schemeClr val="bg1"/>
                </a:solidFill>
              </a:rPr>
              <a:t>E5</a:t>
            </a:r>
          </a:p>
        </p:txBody>
      </p:sp>
      <p:sp>
        <p:nvSpPr>
          <p:cNvPr id="53" name="Fase E6"/>
          <p:cNvSpPr/>
          <p:nvPr/>
        </p:nvSpPr>
        <p:spPr>
          <a:xfrm>
            <a:off x="621792" y="5138928"/>
            <a:ext cx="539496" cy="649224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400" b="1">
                <a:solidFill>
                  <a:schemeClr val="bg1"/>
                </a:solidFill>
              </a:rPr>
              <a:t>E6</a:t>
            </a:r>
          </a:p>
        </p:txBody>
      </p:sp>
      <p:sp>
        <p:nvSpPr>
          <p:cNvPr id="54" name="Tarefa 1"/>
          <p:cNvSpPr txBox="1"/>
          <p:nvPr/>
        </p:nvSpPr>
        <p:spPr>
          <a:xfrm>
            <a:off x="1344168" y="2130552"/>
            <a:ext cx="3886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Modelo ER e lógico</a:t>
            </a:r>
          </a:p>
        </p:txBody>
      </p:sp>
      <p:sp>
        <p:nvSpPr>
          <p:cNvPr id="55" name="Cor Ygor"/>
          <p:cNvSpPr/>
          <p:nvPr/>
        </p:nvSpPr>
        <p:spPr>
          <a:xfrm>
            <a:off x="5486400" y="2242566"/>
            <a:ext cx="146304" cy="146304"/>
          </a:xfrm>
          <a:prstGeom prst="ellipse">
            <a:avLst/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Quem 1"/>
          <p:cNvSpPr txBox="1"/>
          <p:nvPr/>
        </p:nvSpPr>
        <p:spPr>
          <a:xfrm>
            <a:off x="5715000" y="2130552"/>
            <a:ext cx="457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Ygor</a:t>
            </a:r>
          </a:p>
        </p:txBody>
      </p:sp>
      <p:sp>
        <p:nvSpPr>
          <p:cNvPr id="57" name="Barra 1 Ygor"/>
          <p:cNvSpPr/>
          <p:nvPr/>
        </p:nvSpPr>
        <p:spPr>
          <a:xfrm>
            <a:off x="6245352" y="2199132"/>
            <a:ext cx="719763" cy="233172"/>
          </a:xfrm>
          <a:prstGeom prst="roundRect">
            <a:avLst>
              <a:gd name="adj" fmla="val 30000"/>
            </a:avLst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arefa 2"/>
          <p:cNvSpPr txBox="1"/>
          <p:nvPr/>
        </p:nvSpPr>
        <p:spPr>
          <a:xfrm>
            <a:off x="1344168" y="2500884"/>
            <a:ext cx="3886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SQL e dados de teste</a:t>
            </a:r>
          </a:p>
        </p:txBody>
      </p:sp>
      <p:sp>
        <p:nvSpPr>
          <p:cNvPr id="59" name="Cor Lucas"/>
          <p:cNvSpPr/>
          <p:nvPr/>
        </p:nvSpPr>
        <p:spPr>
          <a:xfrm>
            <a:off x="5486400" y="2612898"/>
            <a:ext cx="146304" cy="146304"/>
          </a:xfrm>
          <a:prstGeom prst="ellipse">
            <a:avLst/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Quem 2"/>
          <p:cNvSpPr txBox="1"/>
          <p:nvPr/>
        </p:nvSpPr>
        <p:spPr>
          <a:xfrm>
            <a:off x="5715000" y="2500884"/>
            <a:ext cx="457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Lucas</a:t>
            </a:r>
          </a:p>
        </p:txBody>
      </p:sp>
      <p:sp>
        <p:nvSpPr>
          <p:cNvPr id="61" name="Barra 2 Lucas"/>
          <p:cNvSpPr/>
          <p:nvPr/>
        </p:nvSpPr>
        <p:spPr>
          <a:xfrm>
            <a:off x="6632665" y="2569464"/>
            <a:ext cx="719763" cy="233172"/>
          </a:xfrm>
          <a:prstGeom prst="roundRect">
            <a:avLst>
              <a:gd name="adj" fmla="val 3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arefa 3"/>
          <p:cNvSpPr txBox="1"/>
          <p:nvPr/>
        </p:nvSpPr>
        <p:spPr>
          <a:xfrm>
            <a:off x="1344168" y="2871216"/>
            <a:ext cx="3886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Ecrãs do condutor</a:t>
            </a:r>
          </a:p>
        </p:txBody>
      </p:sp>
      <p:sp>
        <p:nvSpPr>
          <p:cNvPr id="63" name="Cor Ygor"/>
          <p:cNvSpPr/>
          <p:nvPr/>
        </p:nvSpPr>
        <p:spPr>
          <a:xfrm>
            <a:off x="5486400" y="2983230"/>
            <a:ext cx="146304" cy="146304"/>
          </a:xfrm>
          <a:prstGeom prst="ellipse">
            <a:avLst/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Quem 3"/>
          <p:cNvSpPr txBox="1"/>
          <p:nvPr/>
        </p:nvSpPr>
        <p:spPr>
          <a:xfrm>
            <a:off x="5715000" y="2871216"/>
            <a:ext cx="457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Ygor</a:t>
            </a:r>
          </a:p>
        </p:txBody>
      </p:sp>
      <p:sp>
        <p:nvSpPr>
          <p:cNvPr id="65" name="Barra 3 Ygor"/>
          <p:cNvSpPr/>
          <p:nvPr/>
        </p:nvSpPr>
        <p:spPr>
          <a:xfrm>
            <a:off x="7019979" y="2939796"/>
            <a:ext cx="1107077" cy="233172"/>
          </a:xfrm>
          <a:prstGeom prst="roundRect">
            <a:avLst>
              <a:gd name="adj" fmla="val 30000"/>
            </a:avLst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arefa 4"/>
          <p:cNvSpPr txBox="1"/>
          <p:nvPr/>
        </p:nvSpPr>
        <p:spPr>
          <a:xfrm>
            <a:off x="1344168" y="3241548"/>
            <a:ext cx="3886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Ecrãs do administrador do estacionamento</a:t>
            </a:r>
          </a:p>
        </p:txBody>
      </p:sp>
      <p:sp>
        <p:nvSpPr>
          <p:cNvPr id="67" name="Cor Lucas"/>
          <p:cNvSpPr/>
          <p:nvPr/>
        </p:nvSpPr>
        <p:spPr>
          <a:xfrm>
            <a:off x="5486400" y="3353562"/>
            <a:ext cx="146304" cy="146304"/>
          </a:xfrm>
          <a:prstGeom prst="ellipse">
            <a:avLst/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Quem 4"/>
          <p:cNvSpPr txBox="1"/>
          <p:nvPr/>
        </p:nvSpPr>
        <p:spPr>
          <a:xfrm>
            <a:off x="5715000" y="3241548"/>
            <a:ext cx="457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Lucas</a:t>
            </a:r>
          </a:p>
        </p:txBody>
      </p:sp>
      <p:sp>
        <p:nvSpPr>
          <p:cNvPr id="69" name="Barra 4 Lucas"/>
          <p:cNvSpPr/>
          <p:nvPr/>
        </p:nvSpPr>
        <p:spPr>
          <a:xfrm>
            <a:off x="7019979" y="3310128"/>
            <a:ext cx="1107077" cy="233172"/>
          </a:xfrm>
          <a:prstGeom prst="roundRect">
            <a:avLst>
              <a:gd name="adj" fmla="val 3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arefa 5"/>
          <p:cNvSpPr txBox="1"/>
          <p:nvPr/>
        </p:nvSpPr>
        <p:spPr>
          <a:xfrm>
            <a:off x="1344168" y="3611880"/>
            <a:ext cx="3886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Testes entre tamanhos: telemóvel e PC</a:t>
            </a:r>
          </a:p>
        </p:txBody>
      </p:sp>
      <p:sp>
        <p:nvSpPr>
          <p:cNvPr id="71" name="Cor Ygor"/>
          <p:cNvSpPr/>
          <p:nvPr/>
        </p:nvSpPr>
        <p:spPr>
          <a:xfrm>
            <a:off x="5486400" y="3723894"/>
            <a:ext cx="146304" cy="146304"/>
          </a:xfrm>
          <a:prstGeom prst="ellipse">
            <a:avLst/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Quem 5"/>
          <p:cNvSpPr txBox="1"/>
          <p:nvPr/>
        </p:nvSpPr>
        <p:spPr>
          <a:xfrm>
            <a:off x="5715000" y="3611880"/>
            <a:ext cx="457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Ygor</a:t>
            </a:r>
          </a:p>
        </p:txBody>
      </p:sp>
      <p:sp>
        <p:nvSpPr>
          <p:cNvPr id="73" name="Barra 5 Ygor"/>
          <p:cNvSpPr/>
          <p:nvPr/>
        </p:nvSpPr>
        <p:spPr>
          <a:xfrm>
            <a:off x="7794606" y="3680460"/>
            <a:ext cx="332449" cy="233172"/>
          </a:xfrm>
          <a:prstGeom prst="roundRect">
            <a:avLst>
              <a:gd name="adj" fmla="val 30000"/>
            </a:avLst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arefa 6"/>
          <p:cNvSpPr txBox="1"/>
          <p:nvPr/>
        </p:nvSpPr>
        <p:spPr>
          <a:xfrm>
            <a:off x="1344168" y="3982212"/>
            <a:ext cx="3886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API e ligação à base de dados</a:t>
            </a:r>
          </a:p>
        </p:txBody>
      </p:sp>
      <p:sp>
        <p:nvSpPr>
          <p:cNvPr id="75" name="Cor Lucas"/>
          <p:cNvSpPr/>
          <p:nvPr/>
        </p:nvSpPr>
        <p:spPr>
          <a:xfrm>
            <a:off x="5486400" y="4094226"/>
            <a:ext cx="146304" cy="146304"/>
          </a:xfrm>
          <a:prstGeom prst="ellipse">
            <a:avLst/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Quem 6"/>
          <p:cNvSpPr txBox="1"/>
          <p:nvPr/>
        </p:nvSpPr>
        <p:spPr>
          <a:xfrm>
            <a:off x="5715000" y="3982212"/>
            <a:ext cx="457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Lucas</a:t>
            </a:r>
          </a:p>
        </p:txBody>
      </p:sp>
      <p:sp>
        <p:nvSpPr>
          <p:cNvPr id="77" name="Barra 6 Lucas"/>
          <p:cNvSpPr/>
          <p:nvPr/>
        </p:nvSpPr>
        <p:spPr>
          <a:xfrm>
            <a:off x="8181920" y="4050792"/>
            <a:ext cx="1494390" cy="233172"/>
          </a:xfrm>
          <a:prstGeom prst="roundRect">
            <a:avLst>
              <a:gd name="adj" fmla="val 3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arefa 7"/>
          <p:cNvSpPr txBox="1"/>
          <p:nvPr/>
        </p:nvSpPr>
        <p:spPr>
          <a:xfrm>
            <a:off x="1344168" y="4352544"/>
            <a:ext cx="3886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QR, senha de 5 minutos e cancela simulada</a:t>
            </a:r>
          </a:p>
        </p:txBody>
      </p:sp>
      <p:sp>
        <p:nvSpPr>
          <p:cNvPr id="79" name="Cor Lucas"/>
          <p:cNvSpPr/>
          <p:nvPr/>
        </p:nvSpPr>
        <p:spPr>
          <a:xfrm>
            <a:off x="5486400" y="4464557"/>
            <a:ext cx="146304" cy="146304"/>
          </a:xfrm>
          <a:prstGeom prst="ellipse">
            <a:avLst/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Quem 7"/>
          <p:cNvSpPr txBox="1"/>
          <p:nvPr/>
        </p:nvSpPr>
        <p:spPr>
          <a:xfrm>
            <a:off x="5715000" y="4352544"/>
            <a:ext cx="457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Lucas</a:t>
            </a:r>
          </a:p>
        </p:txBody>
      </p:sp>
      <p:sp>
        <p:nvSpPr>
          <p:cNvPr id="81" name="Barra 7 Lucas"/>
          <p:cNvSpPr/>
          <p:nvPr/>
        </p:nvSpPr>
        <p:spPr>
          <a:xfrm>
            <a:off x="8181920" y="4421124"/>
            <a:ext cx="1494390" cy="233172"/>
          </a:xfrm>
          <a:prstGeom prst="roundRect">
            <a:avLst>
              <a:gd name="adj" fmla="val 3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arefa 8"/>
          <p:cNvSpPr txBox="1"/>
          <p:nvPr/>
        </p:nvSpPr>
        <p:spPr>
          <a:xfrm>
            <a:off x="1344168" y="4722876"/>
            <a:ext cx="3886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Ligar os ecrãs à API</a:t>
            </a:r>
          </a:p>
        </p:txBody>
      </p:sp>
      <p:sp>
        <p:nvSpPr>
          <p:cNvPr id="83" name="Cor Ygor"/>
          <p:cNvSpPr/>
          <p:nvPr/>
        </p:nvSpPr>
        <p:spPr>
          <a:xfrm>
            <a:off x="5486400" y="4834890"/>
            <a:ext cx="146304" cy="146304"/>
          </a:xfrm>
          <a:prstGeom prst="ellipse">
            <a:avLst/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Quem 8"/>
          <p:cNvSpPr txBox="1"/>
          <p:nvPr/>
        </p:nvSpPr>
        <p:spPr>
          <a:xfrm>
            <a:off x="5715000" y="4722876"/>
            <a:ext cx="457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Ygor</a:t>
            </a:r>
          </a:p>
        </p:txBody>
      </p:sp>
      <p:sp>
        <p:nvSpPr>
          <p:cNvPr id="85" name="Barra 8 Ygor"/>
          <p:cNvSpPr/>
          <p:nvPr/>
        </p:nvSpPr>
        <p:spPr>
          <a:xfrm>
            <a:off x="8569234" y="4791456"/>
            <a:ext cx="1107077" cy="233172"/>
          </a:xfrm>
          <a:prstGeom prst="roundRect">
            <a:avLst>
              <a:gd name="adj" fmla="val 30000"/>
            </a:avLst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arefa 9"/>
          <p:cNvSpPr txBox="1"/>
          <p:nvPr/>
        </p:nvSpPr>
        <p:spPr>
          <a:xfrm>
            <a:off x="1344168" y="5093208"/>
            <a:ext cx="3886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Publicar o sistema</a:t>
            </a:r>
          </a:p>
        </p:txBody>
      </p:sp>
      <p:sp>
        <p:nvSpPr>
          <p:cNvPr id="87" name="Cor Lucas"/>
          <p:cNvSpPr/>
          <p:nvPr/>
        </p:nvSpPr>
        <p:spPr>
          <a:xfrm>
            <a:off x="5486400" y="5205222"/>
            <a:ext cx="146304" cy="146304"/>
          </a:xfrm>
          <a:prstGeom prst="ellipse">
            <a:avLst/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Quem 9"/>
          <p:cNvSpPr txBox="1"/>
          <p:nvPr/>
        </p:nvSpPr>
        <p:spPr>
          <a:xfrm>
            <a:off x="5715000" y="5093208"/>
            <a:ext cx="457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Lucas</a:t>
            </a:r>
          </a:p>
        </p:txBody>
      </p:sp>
      <p:sp>
        <p:nvSpPr>
          <p:cNvPr id="89" name="Barra 9 Lucas"/>
          <p:cNvSpPr/>
          <p:nvPr/>
        </p:nvSpPr>
        <p:spPr>
          <a:xfrm>
            <a:off x="9343861" y="5161788"/>
            <a:ext cx="1494390" cy="233172"/>
          </a:xfrm>
          <a:prstGeom prst="roundRect">
            <a:avLst>
              <a:gd name="adj" fmla="val 3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arefa 10"/>
          <p:cNvSpPr txBox="1"/>
          <p:nvPr/>
        </p:nvSpPr>
        <p:spPr>
          <a:xfrm>
            <a:off x="1344168" y="5463540"/>
            <a:ext cx="3886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Relatório e apresentação</a:t>
            </a:r>
          </a:p>
        </p:txBody>
      </p:sp>
      <p:sp>
        <p:nvSpPr>
          <p:cNvPr id="91" name="Cor Ygor"/>
          <p:cNvSpPr/>
          <p:nvPr/>
        </p:nvSpPr>
        <p:spPr>
          <a:xfrm>
            <a:off x="5486400" y="5575554"/>
            <a:ext cx="146304" cy="146304"/>
          </a:xfrm>
          <a:prstGeom prst="ellipse">
            <a:avLst/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Quem 10"/>
          <p:cNvSpPr txBox="1"/>
          <p:nvPr/>
        </p:nvSpPr>
        <p:spPr>
          <a:xfrm>
            <a:off x="5715000" y="5463540"/>
            <a:ext cx="457200" cy="370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Ygor</a:t>
            </a:r>
          </a:p>
        </p:txBody>
      </p:sp>
      <p:sp>
        <p:nvSpPr>
          <p:cNvPr id="93" name="Barra 10 Ygor"/>
          <p:cNvSpPr/>
          <p:nvPr/>
        </p:nvSpPr>
        <p:spPr>
          <a:xfrm>
            <a:off x="9343861" y="5532120"/>
            <a:ext cx="1494390" cy="233172"/>
          </a:xfrm>
          <a:prstGeom prst="roundRect">
            <a:avLst>
              <a:gd name="adj" fmla="val 30000"/>
            </a:avLst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Legenda Ygor"/>
          <p:cNvSpPr/>
          <p:nvPr/>
        </p:nvSpPr>
        <p:spPr>
          <a:xfrm>
            <a:off x="548640" y="6089904"/>
            <a:ext cx="182880" cy="182880"/>
          </a:xfrm>
          <a:prstGeom prst="ellipse">
            <a:avLst/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Legenda texto Ygor"/>
          <p:cNvSpPr txBox="1"/>
          <p:nvPr/>
        </p:nvSpPr>
        <p:spPr>
          <a:xfrm>
            <a:off x="822959" y="603504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Tarefa do Ygor</a:t>
            </a:r>
          </a:p>
        </p:txBody>
      </p:sp>
      <p:sp>
        <p:nvSpPr>
          <p:cNvPr id="96" name="Legenda Lucas"/>
          <p:cNvSpPr/>
          <p:nvPr/>
        </p:nvSpPr>
        <p:spPr>
          <a:xfrm>
            <a:off x="2286000" y="6089904"/>
            <a:ext cx="182880" cy="182880"/>
          </a:xfrm>
          <a:prstGeom prst="ellipse">
            <a:avLst/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Legenda texto Lucas"/>
          <p:cNvSpPr txBox="1"/>
          <p:nvPr/>
        </p:nvSpPr>
        <p:spPr>
          <a:xfrm>
            <a:off x="2560320" y="60350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300" b="0">
                <a:solidFill>
                  <a:schemeClr val="tx1"/>
                </a:solidFill>
              </a:rPr>
              <a:t>Tarefa do Lucas</a:t>
            </a:r>
          </a:p>
        </p:txBody>
      </p:sp>
      <p:sp>
        <p:nvSpPr>
          <p:cNvPr id="98" name="Nota entregas"/>
          <p:cNvSpPr txBox="1"/>
          <p:nvPr/>
        </p:nvSpPr>
        <p:spPr>
          <a:xfrm>
            <a:off x="4754880" y="6035040"/>
            <a:ext cx="68854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1300" b="1">
                <a:solidFill>
                  <a:schemeClr val="tx1"/>
                </a:solidFill>
              </a:rPr>
              <a:t>Entrega final (E6): 5 de janeiro de 2027. Restantes datas por definir.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>
                <a:solidFill>
                  <a:schemeClr val="bg1"/>
                </a:solidFill>
              </a:rPr>
              <a:t>Limites desta versão e próximo passo</a:t>
            </a:r>
            <a:endParaRPr lang="en-US" sz="3800"/>
          </a:p>
        </p:txBody>
      </p:sp>
      <p:sp>
        <p:nvSpPr>
          <p:cNvPr id="3" name="Cartão riscos"/>
          <p:cNvSpPr/>
          <p:nvPr/>
        </p:nvSpPr>
        <p:spPr>
          <a:xfrm>
            <a:off x="548640" y="2286000"/>
            <a:ext cx="5669280" cy="3566160"/>
          </a:xfrm>
          <a:prstGeom prst="roundRect">
            <a:avLst>
              <a:gd name="adj" fmla="val 3846"/>
            </a:avLst>
          </a:prstGeom>
          <a:solidFill>
            <a:srgbClr val="1F31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ítulo riscos"/>
          <p:cNvSpPr txBox="1"/>
          <p:nvPr/>
        </p:nvSpPr>
        <p:spPr>
          <a:xfrm>
            <a:off x="746760" y="2540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chemeClr val="accent2"/>
                </a:solidFill>
              </a:rPr>
              <a:t>Limites desta versão</a:t>
            </a:r>
            <a:endParaRPr lang="en-US" sz="2200"/>
          </a:p>
        </p:txBody>
      </p:sp>
      <p:sp>
        <p:nvSpPr>
          <p:cNvPr id="5" name="Lista riscos"/>
          <p:cNvSpPr txBox="1"/>
          <p:nvPr/>
        </p:nvSpPr>
        <p:spPr>
          <a:xfrm>
            <a:off x="746760" y="329184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dirty="0" err="1">
                <a:solidFill>
                  <a:schemeClr val="bg1"/>
                </a:solidFill>
              </a:rPr>
              <a:t>cancela</a:t>
            </a:r>
            <a:r>
              <a:rPr lang="en-US" sz="1800" dirty="0">
                <a:solidFill>
                  <a:schemeClr val="bg1"/>
                </a:solidFill>
              </a:rPr>
              <a:t> é </a:t>
            </a:r>
            <a:r>
              <a:rPr lang="en-US" sz="1800" dirty="0" err="1">
                <a:solidFill>
                  <a:schemeClr val="bg1"/>
                </a:solidFill>
              </a:rPr>
              <a:t>simulada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na</a:t>
            </a:r>
            <a:r>
              <a:rPr lang="en-US" sz="1800" dirty="0">
                <a:solidFill>
                  <a:schemeClr val="bg1"/>
                </a:solidFill>
              </a:rPr>
              <a:t> app, </a:t>
            </a:r>
            <a:r>
              <a:rPr lang="en-US" sz="1800" dirty="0" err="1">
                <a:solidFill>
                  <a:schemeClr val="bg1"/>
                </a:solidFill>
              </a:rPr>
              <a:t>não</a:t>
            </a:r>
            <a:r>
              <a:rPr lang="en-US" sz="1800" dirty="0">
                <a:solidFill>
                  <a:schemeClr val="bg1"/>
                </a:solidFill>
              </a:rPr>
              <a:t> é </a:t>
            </a:r>
            <a:r>
              <a:rPr lang="en-US" sz="1800" dirty="0" err="1">
                <a:solidFill>
                  <a:schemeClr val="bg1"/>
                </a:solidFill>
              </a:rPr>
              <a:t>equipamento</a:t>
            </a:r>
            <a:r>
              <a:rPr lang="en-US" sz="1800" dirty="0">
                <a:solidFill>
                  <a:schemeClr val="bg1"/>
                </a:solidFill>
              </a:rPr>
              <a:t> real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Ainda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não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falámos</a:t>
            </a:r>
            <a:r>
              <a:rPr lang="en-US" sz="1800" dirty="0">
                <a:solidFill>
                  <a:schemeClr val="bg1"/>
                </a:solidFill>
              </a:rPr>
              <a:t> com </a:t>
            </a:r>
            <a:r>
              <a:rPr lang="en-US" sz="1800" dirty="0" err="1">
                <a:solidFill>
                  <a:schemeClr val="bg1"/>
                </a:solidFill>
              </a:rPr>
              <a:t>utilizadores</a:t>
            </a:r>
            <a:r>
              <a:rPr lang="en-US" sz="1800" dirty="0">
                <a:solidFill>
                  <a:schemeClr val="bg1"/>
                </a:solidFill>
              </a:rPr>
              <a:t> reais e </a:t>
            </a:r>
            <a:r>
              <a:rPr lang="en-US" sz="1800" dirty="0" err="1">
                <a:solidFill>
                  <a:schemeClr val="bg1"/>
                </a:solidFill>
              </a:rPr>
              <a:t>queremos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ouvir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as </a:t>
            </a:r>
            <a:r>
              <a:rPr lang="en-US" dirty="0" err="1">
                <a:solidFill>
                  <a:schemeClr val="bg1"/>
                </a:solidFill>
              </a:rPr>
              <a:t>opiniões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 </a:t>
            </a:r>
            <a:r>
              <a:rPr lang="en-US" sz="1800" dirty="0" err="1">
                <a:solidFill>
                  <a:schemeClr val="bg1"/>
                </a:solidFill>
              </a:rPr>
              <a:t>condutor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confirma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onde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estacionou</a:t>
            </a:r>
            <a:endParaRPr lang="en-US" sz="1800" dirty="0"/>
          </a:p>
        </p:txBody>
      </p:sp>
      <p:sp>
        <p:nvSpPr>
          <p:cNvPr id="6" name="Cartão próximo passo"/>
          <p:cNvSpPr/>
          <p:nvPr/>
        </p:nvSpPr>
        <p:spPr>
          <a:xfrm>
            <a:off x="6492240" y="2286000"/>
            <a:ext cx="5148072" cy="3566160"/>
          </a:xfrm>
          <a:prstGeom prst="roundRect">
            <a:avLst>
              <a:gd name="adj" fmla="val 3846"/>
            </a:avLst>
          </a:prstGeom>
          <a:solidFill>
            <a:srgbClr val="1F31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ítulo próximo passo"/>
          <p:cNvSpPr txBox="1"/>
          <p:nvPr/>
        </p:nvSpPr>
        <p:spPr>
          <a:xfrm>
            <a:off x="6812280" y="2540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chemeClr val="accent2"/>
                </a:solidFill>
              </a:rPr>
              <a:t>Próximo passo</a:t>
            </a:r>
            <a:endParaRPr lang="en-US" sz="2200"/>
          </a:p>
        </p:txBody>
      </p:sp>
      <p:sp>
        <p:nvSpPr>
          <p:cNvPr id="8" name="Data E2"/>
          <p:cNvSpPr txBox="1"/>
          <p:nvPr/>
        </p:nvSpPr>
        <p:spPr>
          <a:xfrm>
            <a:off x="6812280" y="3423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o E2"/>
          <p:cNvSpPr txBox="1"/>
          <p:nvPr/>
        </p:nvSpPr>
        <p:spPr>
          <a:xfrm>
            <a:off x="6812280" y="37896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bg2"/>
                </a:solidFill>
              </a:rPr>
              <a:t>Desenhar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os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ecrãs</a:t>
            </a:r>
            <a:r>
              <a:rPr lang="en-US" sz="1800" dirty="0">
                <a:solidFill>
                  <a:schemeClr val="bg2"/>
                </a:solidFill>
              </a:rPr>
              <a:t> da app e </a:t>
            </a:r>
            <a:r>
              <a:rPr lang="en-US" sz="1800" dirty="0" err="1">
                <a:solidFill>
                  <a:schemeClr val="bg2"/>
                </a:solidFill>
              </a:rPr>
              <a:t>montar</a:t>
            </a:r>
            <a:r>
              <a:rPr lang="en-US" sz="1800" dirty="0">
                <a:solidFill>
                  <a:schemeClr val="bg2"/>
                </a:solidFill>
              </a:rPr>
              <a:t> o plano de </a:t>
            </a:r>
            <a:r>
              <a:rPr lang="en-US" sz="1800" dirty="0" err="1">
                <a:solidFill>
                  <a:schemeClr val="bg2"/>
                </a:solidFill>
              </a:rPr>
              <a:t>trabalho</a:t>
            </a:r>
            <a:r>
              <a:rPr lang="en-US" sz="1800" dirty="0">
                <a:solidFill>
                  <a:schemeClr val="bg2"/>
                </a:solidFill>
              </a:rPr>
              <a:t>. </a:t>
            </a:r>
            <a:r>
              <a:rPr lang="en-US" sz="1800" dirty="0" err="1">
                <a:solidFill>
                  <a:schemeClr val="bg2"/>
                </a:solidFill>
              </a:rPr>
              <a:t>Depois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construir</a:t>
            </a:r>
            <a:r>
              <a:rPr lang="en-US" sz="1800" dirty="0">
                <a:solidFill>
                  <a:schemeClr val="bg2"/>
                </a:solidFill>
              </a:rPr>
              <a:t> e </a:t>
            </a:r>
            <a:r>
              <a:rPr lang="en-US" sz="1800" dirty="0" err="1">
                <a:solidFill>
                  <a:schemeClr val="bg2"/>
                </a:solidFill>
              </a:rPr>
              <a:t>testar</a:t>
            </a:r>
            <a:r>
              <a:rPr lang="en-US" sz="1800" dirty="0">
                <a:solidFill>
                  <a:schemeClr val="bg2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pidSpot">
  <a:themeElements>
    <a:clrScheme name="rapidSpot">
      <a:dk1>
        <a:srgbClr val="14213D"/>
      </a:dk1>
      <a:lt1>
        <a:srgbClr val="FFFFFF"/>
      </a:lt1>
      <a:dk2>
        <a:srgbClr val="4A5568"/>
      </a:dk2>
      <a:lt2>
        <a:srgbClr val="EEF2F8"/>
      </a:lt2>
      <a:accent1>
        <a:srgbClr val="1F6FEB"/>
      </a:accent1>
      <a:accent2>
        <a:srgbClr val="F5B301"/>
      </a:accent2>
      <a:accent3>
        <a:srgbClr val="0B7A6B"/>
      </a:accent3>
      <a:accent4>
        <a:srgbClr val="E5484D"/>
      </a:accent4>
      <a:accent5>
        <a:srgbClr val="7C5CFC"/>
      </a:accent5>
      <a:accent6>
        <a:srgbClr val="64748B"/>
      </a:accent6>
      <a:hlink>
        <a:srgbClr val="1F6FEB"/>
      </a:hlink>
      <a:folHlink>
        <a:srgbClr val="7C5CFC"/>
      </a:folHlink>
    </a:clrScheme>
    <a:fontScheme name="rapidSpo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1483</Words>
  <Application>Microsoft Office PowerPoint</Application>
  <PresentationFormat>Widescreen</PresentationFormat>
  <Paragraphs>215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rapidSpot</vt:lpstr>
      <vt:lpstr>Apresentação do PowerPoint</vt:lpstr>
      <vt:lpstr>Apresentação do PowerPoint</vt:lpstr>
      <vt:lpstr>O problema</vt:lpstr>
      <vt:lpstr>Como funciona</vt:lpstr>
      <vt:lpstr>O que inclui e o que fica de fora</vt:lpstr>
      <vt:lpstr>Equipa e tecnologias</vt:lpstr>
      <vt:lpstr>Wireframes: entrada na app</vt:lpstr>
      <vt:lpstr>Acessibilidade e responsividade</vt:lpstr>
      <vt:lpstr>Mapa de navegação: condutor</vt:lpstr>
      <vt:lpstr>Mapa de navegação: administrador</vt:lpstr>
      <vt:lpstr>Cronograma de E3 a E6</vt:lpstr>
      <vt:lpstr>Limites desta versão e próximo passo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rapidSpot Pitch</dc:title>
  <dc:subject>PptxGenJS Presentation</dc:subject>
  <dc:creator>Equipa rapidSpot</dc:creator>
  <cp:lastModifiedBy>Ygor Gabriel Nunes Eto</cp:lastModifiedBy>
  <cp:revision>4</cp:revision>
  <dcterms:created xsi:type="dcterms:W3CDTF">2026-10-05T12:52:03Z</dcterms:created>
  <dcterms:modified xsi:type="dcterms:W3CDTF">2026-10-21T17:57:02Z</dcterms:modified>
</cp:coreProperties>
</file>